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</p:sldIdLst>
  <p:sldSz cy="5143500" cx="9144000"/>
  <p:notesSz cx="6858000" cy="9144000"/>
  <p:embeddedFontLst>
    <p:embeddedFont>
      <p:font typeface="Nunito"/>
      <p:regular r:id="rId16"/>
      <p:bold r:id="rId17"/>
      <p:italic r:id="rId18"/>
      <p:boldItalic r:id="rId19"/>
    </p:embeddedFont>
    <p:embeddedFont>
      <p:font typeface="Alexandria SemiBold"/>
      <p:regular r:id="rId20"/>
      <p:bold r:id="rId21"/>
    </p:embeddedFont>
    <p:embeddedFont>
      <p:font typeface="Alexandria"/>
      <p:regular r:id="rId22"/>
      <p:bold r:id="rId23"/>
    </p:embeddedFont>
    <p:embeddedFont>
      <p:font typeface="DM Sans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AlexandriaSemiBold-regular.fntdata"/><Relationship Id="rId22" Type="http://schemas.openxmlformats.org/officeDocument/2006/relationships/font" Target="fonts/Alexandria-regular.fntdata"/><Relationship Id="rId21" Type="http://schemas.openxmlformats.org/officeDocument/2006/relationships/font" Target="fonts/AlexandriaSemiBold-bold.fntdata"/><Relationship Id="rId24" Type="http://schemas.openxmlformats.org/officeDocument/2006/relationships/font" Target="fonts/DMSans-regular.fntdata"/><Relationship Id="rId23" Type="http://schemas.openxmlformats.org/officeDocument/2006/relationships/font" Target="fonts/Alexandria-bold.fntdata"/><Relationship Id="rId1" Type="http://schemas.openxmlformats.org/officeDocument/2006/relationships/theme" Target="theme/theme2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font" Target="fonts/DMSans-italic.fntdata"/><Relationship Id="rId25" Type="http://schemas.openxmlformats.org/officeDocument/2006/relationships/font" Target="fonts/DMSans-bold.fntdata"/><Relationship Id="rId27" Type="http://schemas.openxmlformats.org/officeDocument/2006/relationships/font" Target="fonts/DMSans-boldItalic.fnt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font" Target="fonts/Nunito-bold.fntdata"/><Relationship Id="rId16" Type="http://schemas.openxmlformats.org/officeDocument/2006/relationships/font" Target="fonts/Nunito-regular.fntdata"/><Relationship Id="rId19" Type="http://schemas.openxmlformats.org/officeDocument/2006/relationships/font" Target="fonts/Nunito-boldItalic.fntdata"/><Relationship Id="rId18" Type="http://schemas.openxmlformats.org/officeDocument/2006/relationships/font" Target="fonts/Nunito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8" name="Shape 3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9" name="Google Shape;379;g4dfce81f19_0_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0" name="Google Shape;380;g4dfce81f19_0_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g54dda1946d_6_3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4" name="Google Shape;554;g54dda1946d_6_3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3" name="Shape 7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4" name="Google Shape;704;g14072739ea5_12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5" name="Google Shape;705;g14072739ea5_12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9" name="Shape 7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0" name="Google Shape;710;g54dda1946d_6_3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1" name="Google Shape;711;g54dda1946d_6_3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17" name="Shape 7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8" name="Google Shape;718;g54dda1946d_6_33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9" name="Google Shape;719;g54dda1946d_6_3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4" name="Shape 7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5" name="Google Shape;745;g54dda1946d_6_3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46" name="Google Shape;746;g54dda1946d_6_3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0" name="Shape 7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1" name="Google Shape;751;gd5260bdd85_0_2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2" name="Google Shape;752;gd5260bdd85_0_2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7" name="Shape 7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8" name="Google Shape;758;g54dda1946d_4_27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9" name="Google Shape;759;g54dda1946d_4_27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65" name="Shape 7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6" name="Google Shape;766;g3d5fbb883e9_1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7" name="Google Shape;767;g3d5fbb883e9_1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2" name="Shape 7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3" name="Google Shape;773;g2a118670a1c_0_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74" name="Google Shape;774;g2a118670a1c_0_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8" name="Shape 7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9" name="Google Shape;779;g135e18421cc_13_1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0" name="Google Shape;780;g135e18421cc_13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hyperlink" Target="https://bit.ly/3A1uf1Q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8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/>
          <p:nvPr>
            <p:ph type="ctrTitle"/>
          </p:nvPr>
        </p:nvSpPr>
        <p:spPr>
          <a:xfrm>
            <a:off x="713225" y="547625"/>
            <a:ext cx="4069800" cy="1865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3700"/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5200"/>
              <a:buNone/>
              <a:defRPr sz="5200">
                <a:solidFill>
                  <a:srgbClr val="191919"/>
                </a:solidFill>
              </a:defRPr>
            </a:lvl9pPr>
          </a:lstStyle>
          <a:p/>
        </p:txBody>
      </p:sp>
      <p:sp>
        <p:nvSpPr>
          <p:cNvPr id="10" name="Google Shape;10;p2"/>
          <p:cNvSpPr txBox="1"/>
          <p:nvPr>
            <p:ph idx="1" type="subTitle"/>
          </p:nvPr>
        </p:nvSpPr>
        <p:spPr>
          <a:xfrm>
            <a:off x="713225" y="2606050"/>
            <a:ext cx="2161500" cy="6876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 sz="16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1" name="Google Shape;11;p2"/>
          <p:cNvSpPr/>
          <p:nvPr/>
        </p:nvSpPr>
        <p:spPr>
          <a:xfrm>
            <a:off x="3578850" y="4595150"/>
            <a:ext cx="5561919" cy="8977"/>
          </a:xfrm>
          <a:custGeom>
            <a:rect b="b" l="l" r="r" t="t"/>
            <a:pathLst>
              <a:path extrusionOk="0" h="9525" w="4558950">
                <a:moveTo>
                  <a:pt x="0" y="0"/>
                </a:moveTo>
                <a:lnTo>
                  <a:pt x="4558951" y="0"/>
                </a:lnTo>
              </a:path>
            </a:pathLst>
          </a:custGeom>
          <a:noFill/>
          <a:ln cap="rnd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2" name="Shape 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Google Shape;13;p3"/>
          <p:cNvSpPr txBox="1"/>
          <p:nvPr>
            <p:ph type="title"/>
          </p:nvPr>
        </p:nvSpPr>
        <p:spPr>
          <a:xfrm>
            <a:off x="713225" y="1750063"/>
            <a:ext cx="5067600" cy="84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 sz="50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4" name="Google Shape;14;p3"/>
          <p:cNvSpPr txBox="1"/>
          <p:nvPr>
            <p:ph hasCustomPrompt="1" idx="2" type="title"/>
          </p:nvPr>
        </p:nvSpPr>
        <p:spPr>
          <a:xfrm>
            <a:off x="713225" y="629750"/>
            <a:ext cx="1188900" cy="984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15" name="Google Shape;15;p3"/>
          <p:cNvSpPr txBox="1"/>
          <p:nvPr>
            <p:ph idx="1" type="subTitle"/>
          </p:nvPr>
        </p:nvSpPr>
        <p:spPr>
          <a:xfrm>
            <a:off x="713225" y="2750725"/>
            <a:ext cx="2439000" cy="6759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3"/>
          <p:cNvSpPr/>
          <p:nvPr/>
        </p:nvSpPr>
        <p:spPr>
          <a:xfrm>
            <a:off x="3578850" y="4595150"/>
            <a:ext cx="5561919" cy="8977"/>
          </a:xfrm>
          <a:custGeom>
            <a:rect b="b" l="l" r="r" t="t"/>
            <a:pathLst>
              <a:path extrusionOk="0" h="9525" w="4558950">
                <a:moveTo>
                  <a:pt x="0" y="0"/>
                </a:moveTo>
                <a:lnTo>
                  <a:pt x="4558951" y="0"/>
                </a:lnTo>
              </a:path>
            </a:pathLst>
          </a:custGeom>
          <a:noFill/>
          <a:ln cap="rnd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" type="body"/>
          </p:nvPr>
        </p:nvSpPr>
        <p:spPr>
          <a:xfrm>
            <a:off x="720000" y="1215751"/>
            <a:ext cx="7704000" cy="445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 sz="1200"/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/>
        </p:txBody>
      </p:sp>
      <p:grpSp>
        <p:nvGrpSpPr>
          <p:cNvPr id="20" name="Google Shape;20;p4"/>
          <p:cNvGrpSpPr/>
          <p:nvPr/>
        </p:nvGrpSpPr>
        <p:grpSpPr>
          <a:xfrm>
            <a:off x="3578850" y="1718572"/>
            <a:ext cx="5867348" cy="2885556"/>
            <a:chOff x="3578850" y="1718572"/>
            <a:chExt cx="5867348" cy="2885556"/>
          </a:xfrm>
        </p:grpSpPr>
        <p:sp>
          <p:nvSpPr>
            <p:cNvPr id="21" name="Google Shape;21;p4"/>
            <p:cNvSpPr/>
            <p:nvPr/>
          </p:nvSpPr>
          <p:spPr>
            <a:xfrm>
              <a:off x="3578850" y="4595150"/>
              <a:ext cx="5561919" cy="8977"/>
            </a:xfrm>
            <a:custGeom>
              <a:rect b="b" l="l" r="r" t="t"/>
              <a:pathLst>
                <a:path extrusionOk="0" h="9525" w="4558950">
                  <a:moveTo>
                    <a:pt x="0" y="0"/>
                  </a:moveTo>
                  <a:lnTo>
                    <a:pt x="4558951" y="0"/>
                  </a:lnTo>
                </a:path>
              </a:pathLst>
            </a:custGeom>
            <a:noFill/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2" name="Google Shape;22;p4"/>
            <p:cNvSpPr/>
            <p:nvPr/>
          </p:nvSpPr>
          <p:spPr>
            <a:xfrm>
              <a:off x="8498925" y="1718572"/>
              <a:ext cx="947273" cy="2876589"/>
            </a:xfrm>
            <a:custGeom>
              <a:rect b="b" l="l" r="r" t="t"/>
              <a:pathLst>
                <a:path extrusionOk="0" h="3223069" w="1061370">
                  <a:moveTo>
                    <a:pt x="957929" y="0"/>
                  </a:moveTo>
                  <a:lnTo>
                    <a:pt x="957929" y="200882"/>
                  </a:lnTo>
                  <a:lnTo>
                    <a:pt x="103442" y="200882"/>
                  </a:lnTo>
                  <a:lnTo>
                    <a:pt x="103442" y="0"/>
                  </a:lnTo>
                  <a:lnTo>
                    <a:pt x="0" y="0"/>
                  </a:lnTo>
                  <a:lnTo>
                    <a:pt x="0" y="3223069"/>
                  </a:lnTo>
                  <a:lnTo>
                    <a:pt x="103442" y="3223069"/>
                  </a:lnTo>
                  <a:lnTo>
                    <a:pt x="103442" y="3027712"/>
                  </a:lnTo>
                  <a:lnTo>
                    <a:pt x="957929" y="3027712"/>
                  </a:lnTo>
                  <a:lnTo>
                    <a:pt x="957929" y="3223069"/>
                  </a:lnTo>
                  <a:lnTo>
                    <a:pt x="1061371" y="3223069"/>
                  </a:lnTo>
                  <a:lnTo>
                    <a:pt x="1061371" y="0"/>
                  </a:lnTo>
                  <a:lnTo>
                    <a:pt x="957929" y="0"/>
                  </a:lnTo>
                  <a:close/>
                  <a:moveTo>
                    <a:pt x="957929" y="288036"/>
                  </a:moveTo>
                  <a:lnTo>
                    <a:pt x="957929" y="505301"/>
                  </a:lnTo>
                  <a:lnTo>
                    <a:pt x="103442" y="505301"/>
                  </a:lnTo>
                  <a:lnTo>
                    <a:pt x="103442" y="288036"/>
                  </a:lnTo>
                  <a:lnTo>
                    <a:pt x="957929" y="288036"/>
                  </a:lnTo>
                  <a:close/>
                  <a:moveTo>
                    <a:pt x="103442" y="2331720"/>
                  </a:moveTo>
                  <a:lnTo>
                    <a:pt x="103442" y="2114455"/>
                  </a:lnTo>
                  <a:lnTo>
                    <a:pt x="957929" y="2114455"/>
                  </a:lnTo>
                  <a:lnTo>
                    <a:pt x="957929" y="2331720"/>
                  </a:lnTo>
                  <a:lnTo>
                    <a:pt x="103442" y="2331720"/>
                  </a:lnTo>
                  <a:close/>
                  <a:moveTo>
                    <a:pt x="957929" y="2418874"/>
                  </a:moveTo>
                  <a:lnTo>
                    <a:pt x="957929" y="2636139"/>
                  </a:lnTo>
                  <a:lnTo>
                    <a:pt x="103442" y="2636139"/>
                  </a:lnTo>
                  <a:lnTo>
                    <a:pt x="103442" y="2418874"/>
                  </a:lnTo>
                  <a:lnTo>
                    <a:pt x="957929" y="2418874"/>
                  </a:lnTo>
                  <a:close/>
                  <a:moveTo>
                    <a:pt x="103442" y="2027301"/>
                  </a:moveTo>
                  <a:lnTo>
                    <a:pt x="103442" y="1810036"/>
                  </a:lnTo>
                  <a:lnTo>
                    <a:pt x="957929" y="1810036"/>
                  </a:lnTo>
                  <a:lnTo>
                    <a:pt x="957929" y="2027301"/>
                  </a:lnTo>
                  <a:lnTo>
                    <a:pt x="103442" y="2027301"/>
                  </a:lnTo>
                  <a:close/>
                  <a:moveTo>
                    <a:pt x="103442" y="1722882"/>
                  </a:moveTo>
                  <a:lnTo>
                    <a:pt x="103442" y="1505617"/>
                  </a:lnTo>
                  <a:lnTo>
                    <a:pt x="957929" y="1505617"/>
                  </a:lnTo>
                  <a:lnTo>
                    <a:pt x="957929" y="1722882"/>
                  </a:lnTo>
                  <a:lnTo>
                    <a:pt x="103442" y="1722882"/>
                  </a:lnTo>
                  <a:close/>
                  <a:moveTo>
                    <a:pt x="103442" y="1418463"/>
                  </a:moveTo>
                  <a:lnTo>
                    <a:pt x="103442" y="1201198"/>
                  </a:lnTo>
                  <a:lnTo>
                    <a:pt x="957929" y="1201198"/>
                  </a:lnTo>
                  <a:lnTo>
                    <a:pt x="957929" y="1418463"/>
                  </a:lnTo>
                  <a:lnTo>
                    <a:pt x="103442" y="1418463"/>
                  </a:lnTo>
                  <a:close/>
                  <a:moveTo>
                    <a:pt x="103442" y="1114044"/>
                  </a:moveTo>
                  <a:lnTo>
                    <a:pt x="103442" y="896779"/>
                  </a:lnTo>
                  <a:lnTo>
                    <a:pt x="957929" y="896779"/>
                  </a:lnTo>
                  <a:lnTo>
                    <a:pt x="957929" y="1114044"/>
                  </a:lnTo>
                  <a:lnTo>
                    <a:pt x="103442" y="1114044"/>
                  </a:lnTo>
                  <a:close/>
                  <a:moveTo>
                    <a:pt x="103442" y="809625"/>
                  </a:moveTo>
                  <a:lnTo>
                    <a:pt x="103442" y="592360"/>
                  </a:lnTo>
                  <a:lnTo>
                    <a:pt x="957929" y="592360"/>
                  </a:lnTo>
                  <a:lnTo>
                    <a:pt x="957929" y="809625"/>
                  </a:lnTo>
                  <a:lnTo>
                    <a:pt x="103442" y="809625"/>
                  </a:lnTo>
                  <a:close/>
                  <a:moveTo>
                    <a:pt x="103442" y="2940463"/>
                  </a:moveTo>
                  <a:lnTo>
                    <a:pt x="103442" y="2723198"/>
                  </a:lnTo>
                  <a:lnTo>
                    <a:pt x="957929" y="2723198"/>
                  </a:lnTo>
                  <a:lnTo>
                    <a:pt x="957929" y="2940463"/>
                  </a:lnTo>
                  <a:lnTo>
                    <a:pt x="103442" y="2940463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5" name="Google Shape;25;p5"/>
          <p:cNvSpPr txBox="1"/>
          <p:nvPr>
            <p:ph idx="1" type="subTitle"/>
          </p:nvPr>
        </p:nvSpPr>
        <p:spPr>
          <a:xfrm>
            <a:off x="3501312" y="3668349"/>
            <a:ext cx="2133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6" name="Google Shape;26;p5"/>
          <p:cNvSpPr txBox="1"/>
          <p:nvPr>
            <p:ph idx="2" type="subTitle"/>
          </p:nvPr>
        </p:nvSpPr>
        <p:spPr>
          <a:xfrm>
            <a:off x="973575" y="3668349"/>
            <a:ext cx="2133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27" name="Google Shape;27;p5"/>
          <p:cNvSpPr txBox="1"/>
          <p:nvPr>
            <p:ph idx="3" type="subTitle"/>
          </p:nvPr>
        </p:nvSpPr>
        <p:spPr>
          <a:xfrm>
            <a:off x="3501304" y="3194200"/>
            <a:ext cx="21339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200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8" name="Google Shape;28;p5"/>
          <p:cNvSpPr txBox="1"/>
          <p:nvPr>
            <p:ph idx="4" type="subTitle"/>
          </p:nvPr>
        </p:nvSpPr>
        <p:spPr>
          <a:xfrm>
            <a:off x="973575" y="3194200"/>
            <a:ext cx="21339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200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9" name="Google Shape;29;p5"/>
          <p:cNvSpPr txBox="1"/>
          <p:nvPr>
            <p:ph idx="5" type="subTitle"/>
          </p:nvPr>
        </p:nvSpPr>
        <p:spPr>
          <a:xfrm>
            <a:off x="6028904" y="3668349"/>
            <a:ext cx="2133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b="0"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30" name="Google Shape;30;p5"/>
          <p:cNvSpPr txBox="1"/>
          <p:nvPr>
            <p:ph idx="6" type="subTitle"/>
          </p:nvPr>
        </p:nvSpPr>
        <p:spPr>
          <a:xfrm>
            <a:off x="6028904" y="3194200"/>
            <a:ext cx="2133900" cy="572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200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grpSp>
        <p:nvGrpSpPr>
          <p:cNvPr id="31" name="Google Shape;31;p5"/>
          <p:cNvGrpSpPr/>
          <p:nvPr/>
        </p:nvGrpSpPr>
        <p:grpSpPr>
          <a:xfrm flipH="1">
            <a:off x="8289645" y="1037373"/>
            <a:ext cx="1174349" cy="3551044"/>
            <a:chOff x="5730717" y="1470947"/>
            <a:chExt cx="1247449" cy="3772088"/>
          </a:xfrm>
        </p:grpSpPr>
        <p:sp>
          <p:nvSpPr>
            <p:cNvPr id="32" name="Google Shape;32;p5"/>
            <p:cNvSpPr/>
            <p:nvPr/>
          </p:nvSpPr>
          <p:spPr>
            <a:xfrm>
              <a:off x="5730717" y="2386774"/>
              <a:ext cx="940688" cy="2856261"/>
            </a:xfrm>
            <a:custGeom>
              <a:rect b="b" l="l" r="r" t="t"/>
              <a:pathLst>
                <a:path extrusionOk="0" h="2856261" w="940688">
                  <a:moveTo>
                    <a:pt x="848963" y="0"/>
                  </a:moveTo>
                  <a:lnTo>
                    <a:pt x="848963" y="178022"/>
                  </a:lnTo>
                  <a:lnTo>
                    <a:pt x="91726" y="178022"/>
                  </a:lnTo>
                  <a:lnTo>
                    <a:pt x="91726" y="0"/>
                  </a:lnTo>
                  <a:lnTo>
                    <a:pt x="0" y="0"/>
                  </a:lnTo>
                  <a:lnTo>
                    <a:pt x="0" y="2856262"/>
                  </a:lnTo>
                  <a:lnTo>
                    <a:pt x="91726" y="2856262"/>
                  </a:lnTo>
                  <a:lnTo>
                    <a:pt x="91726" y="2683097"/>
                  </a:lnTo>
                  <a:lnTo>
                    <a:pt x="848963" y="2683097"/>
                  </a:lnTo>
                  <a:lnTo>
                    <a:pt x="848963" y="2856262"/>
                  </a:lnTo>
                  <a:lnTo>
                    <a:pt x="940689" y="2856262"/>
                  </a:lnTo>
                  <a:lnTo>
                    <a:pt x="940689" y="0"/>
                  </a:lnTo>
                  <a:lnTo>
                    <a:pt x="848963" y="0"/>
                  </a:lnTo>
                  <a:close/>
                  <a:moveTo>
                    <a:pt x="848963" y="255270"/>
                  </a:moveTo>
                  <a:lnTo>
                    <a:pt x="848963" y="447770"/>
                  </a:lnTo>
                  <a:lnTo>
                    <a:pt x="91726" y="447770"/>
                  </a:lnTo>
                  <a:lnTo>
                    <a:pt x="91726" y="255270"/>
                  </a:lnTo>
                  <a:lnTo>
                    <a:pt x="848963" y="255270"/>
                  </a:lnTo>
                  <a:close/>
                  <a:moveTo>
                    <a:pt x="91726" y="2066353"/>
                  </a:moveTo>
                  <a:lnTo>
                    <a:pt x="91726" y="1873853"/>
                  </a:lnTo>
                  <a:lnTo>
                    <a:pt x="848963" y="1873853"/>
                  </a:lnTo>
                  <a:lnTo>
                    <a:pt x="848963" y="2066353"/>
                  </a:lnTo>
                  <a:lnTo>
                    <a:pt x="91726" y="2066353"/>
                  </a:lnTo>
                  <a:close/>
                  <a:moveTo>
                    <a:pt x="848963" y="2143601"/>
                  </a:moveTo>
                  <a:lnTo>
                    <a:pt x="848963" y="2336102"/>
                  </a:lnTo>
                  <a:lnTo>
                    <a:pt x="91726" y="2336102"/>
                  </a:lnTo>
                  <a:lnTo>
                    <a:pt x="91726" y="2143601"/>
                  </a:lnTo>
                  <a:lnTo>
                    <a:pt x="848963" y="2143601"/>
                  </a:lnTo>
                  <a:close/>
                  <a:moveTo>
                    <a:pt x="91726" y="1796606"/>
                  </a:moveTo>
                  <a:lnTo>
                    <a:pt x="91726" y="1604105"/>
                  </a:lnTo>
                  <a:lnTo>
                    <a:pt x="848963" y="1604105"/>
                  </a:lnTo>
                  <a:lnTo>
                    <a:pt x="848963" y="1796606"/>
                  </a:lnTo>
                  <a:lnTo>
                    <a:pt x="91726" y="1796606"/>
                  </a:lnTo>
                  <a:close/>
                  <a:moveTo>
                    <a:pt x="91726" y="1526858"/>
                  </a:moveTo>
                  <a:lnTo>
                    <a:pt x="91726" y="1334357"/>
                  </a:lnTo>
                  <a:lnTo>
                    <a:pt x="848963" y="1334357"/>
                  </a:lnTo>
                  <a:lnTo>
                    <a:pt x="848963" y="1526858"/>
                  </a:lnTo>
                  <a:lnTo>
                    <a:pt x="91726" y="1526858"/>
                  </a:lnTo>
                  <a:close/>
                  <a:moveTo>
                    <a:pt x="91726" y="1257110"/>
                  </a:moveTo>
                  <a:lnTo>
                    <a:pt x="91726" y="1064609"/>
                  </a:lnTo>
                  <a:lnTo>
                    <a:pt x="848963" y="1064609"/>
                  </a:lnTo>
                  <a:lnTo>
                    <a:pt x="848963" y="1257110"/>
                  </a:lnTo>
                  <a:lnTo>
                    <a:pt x="91726" y="1257110"/>
                  </a:lnTo>
                  <a:close/>
                  <a:moveTo>
                    <a:pt x="91726" y="987362"/>
                  </a:moveTo>
                  <a:lnTo>
                    <a:pt x="91726" y="794861"/>
                  </a:lnTo>
                  <a:lnTo>
                    <a:pt x="848963" y="794861"/>
                  </a:lnTo>
                  <a:lnTo>
                    <a:pt x="848963" y="987362"/>
                  </a:lnTo>
                  <a:lnTo>
                    <a:pt x="91726" y="987362"/>
                  </a:lnTo>
                  <a:close/>
                  <a:moveTo>
                    <a:pt x="91726" y="717613"/>
                  </a:moveTo>
                  <a:lnTo>
                    <a:pt x="91726" y="525113"/>
                  </a:lnTo>
                  <a:lnTo>
                    <a:pt x="848963" y="525113"/>
                  </a:lnTo>
                  <a:lnTo>
                    <a:pt x="848963" y="717613"/>
                  </a:lnTo>
                  <a:lnTo>
                    <a:pt x="91726" y="717613"/>
                  </a:lnTo>
                  <a:close/>
                  <a:moveTo>
                    <a:pt x="91726" y="2605945"/>
                  </a:moveTo>
                  <a:lnTo>
                    <a:pt x="91726" y="2413445"/>
                  </a:lnTo>
                  <a:lnTo>
                    <a:pt x="848963" y="2413445"/>
                  </a:lnTo>
                  <a:lnTo>
                    <a:pt x="848963" y="2605945"/>
                  </a:lnTo>
                  <a:lnTo>
                    <a:pt x="91726" y="2605945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3" name="Google Shape;33;p5"/>
            <p:cNvGrpSpPr/>
            <p:nvPr/>
          </p:nvGrpSpPr>
          <p:grpSpPr>
            <a:xfrm>
              <a:off x="6358327" y="1470947"/>
              <a:ext cx="619839" cy="619839"/>
              <a:chOff x="6358327" y="1470947"/>
              <a:chExt cx="619839" cy="619839"/>
            </a:xfrm>
          </p:grpSpPr>
          <p:sp>
            <p:nvSpPr>
              <p:cNvPr id="34" name="Google Shape;34;p5"/>
              <p:cNvSpPr/>
              <p:nvPr/>
            </p:nvSpPr>
            <p:spPr>
              <a:xfrm flipH="1" rot="4672513">
                <a:off x="6407313" y="1519933"/>
                <a:ext cx="521867" cy="521867"/>
              </a:xfrm>
              <a:custGeom>
                <a:rect b="b" l="l" r="r" t="t"/>
                <a:pathLst>
                  <a:path extrusionOk="0" h="521970" w="521970">
                    <a:moveTo>
                      <a:pt x="521970" y="260985"/>
                    </a:moveTo>
                    <a:cubicBezTo>
                      <a:pt x="521970" y="405123"/>
                      <a:pt x="405123" y="521970"/>
                      <a:pt x="260985" y="521970"/>
                    </a:cubicBezTo>
                    <a:cubicBezTo>
                      <a:pt x="116847" y="521970"/>
                      <a:pt x="0" y="405123"/>
                      <a:pt x="0" y="260985"/>
                    </a:cubicBezTo>
                    <a:cubicBezTo>
                      <a:pt x="0" y="116847"/>
                      <a:pt x="116847" y="0"/>
                      <a:pt x="260985" y="0"/>
                    </a:cubicBezTo>
                    <a:cubicBezTo>
                      <a:pt x="405123" y="0"/>
                      <a:pt x="521970" y="116847"/>
                      <a:pt x="521970" y="260985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5" name="Google Shape;35;p5"/>
              <p:cNvSpPr/>
              <p:nvPr/>
            </p:nvSpPr>
            <p:spPr>
              <a:xfrm flipH="1">
                <a:off x="6552729" y="1620450"/>
                <a:ext cx="115252" cy="160591"/>
              </a:xfrm>
              <a:custGeom>
                <a:rect b="b" l="l" r="r" t="t"/>
                <a:pathLst>
                  <a:path extrusionOk="0" h="160591" w="115252">
                    <a:moveTo>
                      <a:pt x="0" y="0"/>
                    </a:moveTo>
                    <a:lnTo>
                      <a:pt x="0" y="160592"/>
                    </a:lnTo>
                    <a:lnTo>
                      <a:pt x="115253" y="109061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36" name="Google Shape;36;p5"/>
          <p:cNvSpPr/>
          <p:nvPr/>
        </p:nvSpPr>
        <p:spPr>
          <a:xfrm>
            <a:off x="3578850" y="4595150"/>
            <a:ext cx="5561919" cy="8977"/>
          </a:xfrm>
          <a:custGeom>
            <a:rect b="b" l="l" r="r" t="t"/>
            <a:pathLst>
              <a:path extrusionOk="0" h="9525" w="4558950">
                <a:moveTo>
                  <a:pt x="0" y="0"/>
                </a:moveTo>
                <a:lnTo>
                  <a:pt x="4558951" y="0"/>
                </a:lnTo>
              </a:path>
            </a:pathLst>
          </a:custGeom>
          <a:noFill/>
          <a:ln cap="rnd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9" name="Google Shape;39;p6"/>
          <p:cNvSpPr/>
          <p:nvPr/>
        </p:nvSpPr>
        <p:spPr>
          <a:xfrm>
            <a:off x="3578850" y="4595150"/>
            <a:ext cx="5561919" cy="8977"/>
          </a:xfrm>
          <a:custGeom>
            <a:rect b="b" l="l" r="r" t="t"/>
            <a:pathLst>
              <a:path extrusionOk="0" h="9525" w="4558950">
                <a:moveTo>
                  <a:pt x="0" y="0"/>
                </a:moveTo>
                <a:lnTo>
                  <a:pt x="4558951" y="0"/>
                </a:lnTo>
              </a:path>
            </a:pathLst>
          </a:custGeom>
          <a:noFill/>
          <a:ln cap="rnd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" name="Google Shape;40;p6"/>
          <p:cNvSpPr/>
          <p:nvPr/>
        </p:nvSpPr>
        <p:spPr>
          <a:xfrm>
            <a:off x="8498925" y="1718572"/>
            <a:ext cx="947273" cy="2876589"/>
          </a:xfrm>
          <a:custGeom>
            <a:rect b="b" l="l" r="r" t="t"/>
            <a:pathLst>
              <a:path extrusionOk="0" h="3223069" w="1061370">
                <a:moveTo>
                  <a:pt x="957929" y="0"/>
                </a:moveTo>
                <a:lnTo>
                  <a:pt x="957929" y="200882"/>
                </a:lnTo>
                <a:lnTo>
                  <a:pt x="103442" y="200882"/>
                </a:lnTo>
                <a:lnTo>
                  <a:pt x="103442" y="0"/>
                </a:lnTo>
                <a:lnTo>
                  <a:pt x="0" y="0"/>
                </a:lnTo>
                <a:lnTo>
                  <a:pt x="0" y="3223069"/>
                </a:lnTo>
                <a:lnTo>
                  <a:pt x="103442" y="3223069"/>
                </a:lnTo>
                <a:lnTo>
                  <a:pt x="103442" y="3027712"/>
                </a:lnTo>
                <a:lnTo>
                  <a:pt x="957929" y="3027712"/>
                </a:lnTo>
                <a:lnTo>
                  <a:pt x="957929" y="3223069"/>
                </a:lnTo>
                <a:lnTo>
                  <a:pt x="1061371" y="3223069"/>
                </a:lnTo>
                <a:lnTo>
                  <a:pt x="1061371" y="0"/>
                </a:lnTo>
                <a:lnTo>
                  <a:pt x="957929" y="0"/>
                </a:lnTo>
                <a:close/>
                <a:moveTo>
                  <a:pt x="957929" y="288036"/>
                </a:moveTo>
                <a:lnTo>
                  <a:pt x="957929" y="505301"/>
                </a:lnTo>
                <a:lnTo>
                  <a:pt x="103442" y="505301"/>
                </a:lnTo>
                <a:lnTo>
                  <a:pt x="103442" y="288036"/>
                </a:lnTo>
                <a:lnTo>
                  <a:pt x="957929" y="288036"/>
                </a:lnTo>
                <a:close/>
                <a:moveTo>
                  <a:pt x="103442" y="2331720"/>
                </a:moveTo>
                <a:lnTo>
                  <a:pt x="103442" y="2114455"/>
                </a:lnTo>
                <a:lnTo>
                  <a:pt x="957929" y="2114455"/>
                </a:lnTo>
                <a:lnTo>
                  <a:pt x="957929" y="2331720"/>
                </a:lnTo>
                <a:lnTo>
                  <a:pt x="103442" y="2331720"/>
                </a:lnTo>
                <a:close/>
                <a:moveTo>
                  <a:pt x="957929" y="2418874"/>
                </a:moveTo>
                <a:lnTo>
                  <a:pt x="957929" y="2636139"/>
                </a:lnTo>
                <a:lnTo>
                  <a:pt x="103442" y="2636139"/>
                </a:lnTo>
                <a:lnTo>
                  <a:pt x="103442" y="2418874"/>
                </a:lnTo>
                <a:lnTo>
                  <a:pt x="957929" y="2418874"/>
                </a:lnTo>
                <a:close/>
                <a:moveTo>
                  <a:pt x="103442" y="2027301"/>
                </a:moveTo>
                <a:lnTo>
                  <a:pt x="103442" y="1810036"/>
                </a:lnTo>
                <a:lnTo>
                  <a:pt x="957929" y="1810036"/>
                </a:lnTo>
                <a:lnTo>
                  <a:pt x="957929" y="2027301"/>
                </a:lnTo>
                <a:lnTo>
                  <a:pt x="103442" y="2027301"/>
                </a:lnTo>
                <a:close/>
                <a:moveTo>
                  <a:pt x="103442" y="1722882"/>
                </a:moveTo>
                <a:lnTo>
                  <a:pt x="103442" y="1505617"/>
                </a:lnTo>
                <a:lnTo>
                  <a:pt x="957929" y="1505617"/>
                </a:lnTo>
                <a:lnTo>
                  <a:pt x="957929" y="1722882"/>
                </a:lnTo>
                <a:lnTo>
                  <a:pt x="103442" y="1722882"/>
                </a:lnTo>
                <a:close/>
                <a:moveTo>
                  <a:pt x="103442" y="1418463"/>
                </a:moveTo>
                <a:lnTo>
                  <a:pt x="103442" y="1201198"/>
                </a:lnTo>
                <a:lnTo>
                  <a:pt x="957929" y="1201198"/>
                </a:lnTo>
                <a:lnTo>
                  <a:pt x="957929" y="1418463"/>
                </a:lnTo>
                <a:lnTo>
                  <a:pt x="103442" y="1418463"/>
                </a:lnTo>
                <a:close/>
                <a:moveTo>
                  <a:pt x="103442" y="1114044"/>
                </a:moveTo>
                <a:lnTo>
                  <a:pt x="103442" y="896779"/>
                </a:lnTo>
                <a:lnTo>
                  <a:pt x="957929" y="896779"/>
                </a:lnTo>
                <a:lnTo>
                  <a:pt x="957929" y="1114044"/>
                </a:lnTo>
                <a:lnTo>
                  <a:pt x="103442" y="1114044"/>
                </a:lnTo>
                <a:close/>
                <a:moveTo>
                  <a:pt x="103442" y="809625"/>
                </a:moveTo>
                <a:lnTo>
                  <a:pt x="103442" y="592360"/>
                </a:lnTo>
                <a:lnTo>
                  <a:pt x="957929" y="592360"/>
                </a:lnTo>
                <a:lnTo>
                  <a:pt x="957929" y="809625"/>
                </a:lnTo>
                <a:lnTo>
                  <a:pt x="103442" y="809625"/>
                </a:lnTo>
                <a:close/>
                <a:moveTo>
                  <a:pt x="103442" y="2940463"/>
                </a:moveTo>
                <a:lnTo>
                  <a:pt x="103442" y="2723198"/>
                </a:lnTo>
                <a:lnTo>
                  <a:pt x="957929" y="2723198"/>
                </a:lnTo>
                <a:lnTo>
                  <a:pt x="957929" y="2940463"/>
                </a:lnTo>
                <a:lnTo>
                  <a:pt x="103442" y="2940463"/>
                </a:lnTo>
                <a:close/>
              </a:path>
            </a:pathLst>
          </a:cu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7"/>
          <p:cNvSpPr txBox="1"/>
          <p:nvPr>
            <p:ph type="title"/>
          </p:nvPr>
        </p:nvSpPr>
        <p:spPr>
          <a:xfrm>
            <a:off x="720000" y="445025"/>
            <a:ext cx="77109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43" name="Google Shape;43;p7"/>
          <p:cNvSpPr txBox="1"/>
          <p:nvPr>
            <p:ph idx="1" type="subTitle"/>
          </p:nvPr>
        </p:nvSpPr>
        <p:spPr>
          <a:xfrm>
            <a:off x="720000" y="1740625"/>
            <a:ext cx="4294800" cy="2130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Font typeface="Lato Light"/>
              <a:buChar char="●"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600"/>
              <a:buFont typeface="Nunito Light"/>
              <a:buChar char="○"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■"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500"/>
              <a:buFont typeface="Nunito Light"/>
              <a:buChar char="●"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76A28"/>
              </a:buClr>
              <a:buSzPts val="1400"/>
              <a:buFont typeface="Nunito Light"/>
              <a:buChar char="○"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●"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300"/>
              <a:buFont typeface="Nunito Light"/>
              <a:buChar char="○"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400"/>
              <a:buFont typeface="Nunito Light"/>
              <a:buChar char="■"/>
              <a:defRPr/>
            </a:lvl9pPr>
          </a:lstStyle>
          <a:p/>
        </p:txBody>
      </p:sp>
      <p:sp>
        <p:nvSpPr>
          <p:cNvPr id="44" name="Google Shape;44;p7"/>
          <p:cNvSpPr/>
          <p:nvPr/>
        </p:nvSpPr>
        <p:spPr>
          <a:xfrm>
            <a:off x="3578850" y="4595150"/>
            <a:ext cx="5561919" cy="8977"/>
          </a:xfrm>
          <a:custGeom>
            <a:rect b="b" l="l" r="r" t="t"/>
            <a:pathLst>
              <a:path extrusionOk="0" h="9525" w="4558950">
                <a:moveTo>
                  <a:pt x="0" y="0"/>
                </a:moveTo>
                <a:lnTo>
                  <a:pt x="4558951" y="0"/>
                </a:lnTo>
              </a:path>
            </a:pathLst>
          </a:custGeom>
          <a:noFill/>
          <a:ln cap="rnd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8"/>
          <p:cNvSpPr txBox="1"/>
          <p:nvPr>
            <p:ph type="title"/>
          </p:nvPr>
        </p:nvSpPr>
        <p:spPr>
          <a:xfrm>
            <a:off x="713225" y="1418725"/>
            <a:ext cx="4159200" cy="203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7" name="Google Shape;47;p8"/>
          <p:cNvSpPr/>
          <p:nvPr/>
        </p:nvSpPr>
        <p:spPr>
          <a:xfrm>
            <a:off x="3578850" y="4595150"/>
            <a:ext cx="5561919" cy="8977"/>
          </a:xfrm>
          <a:custGeom>
            <a:rect b="b" l="l" r="r" t="t"/>
            <a:pathLst>
              <a:path extrusionOk="0" h="9525" w="4558950">
                <a:moveTo>
                  <a:pt x="0" y="0"/>
                </a:moveTo>
                <a:lnTo>
                  <a:pt x="4558951" y="0"/>
                </a:lnTo>
              </a:path>
            </a:pathLst>
          </a:custGeom>
          <a:noFill/>
          <a:ln cap="rnd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9"/>
          <p:cNvSpPr txBox="1"/>
          <p:nvPr>
            <p:ph type="title"/>
          </p:nvPr>
        </p:nvSpPr>
        <p:spPr>
          <a:xfrm>
            <a:off x="713275" y="1328200"/>
            <a:ext cx="3543300" cy="1161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 sz="60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50" name="Google Shape;50;p9"/>
          <p:cNvSpPr txBox="1"/>
          <p:nvPr>
            <p:ph idx="1" type="subTitle"/>
          </p:nvPr>
        </p:nvSpPr>
        <p:spPr>
          <a:xfrm>
            <a:off x="713225" y="2588200"/>
            <a:ext cx="2678700" cy="12372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9"/>
          <p:cNvSpPr/>
          <p:nvPr/>
        </p:nvSpPr>
        <p:spPr>
          <a:xfrm>
            <a:off x="3578850" y="4595150"/>
            <a:ext cx="5561919" cy="8977"/>
          </a:xfrm>
          <a:custGeom>
            <a:rect b="b" l="l" r="r" t="t"/>
            <a:pathLst>
              <a:path extrusionOk="0" h="9525" w="4558950">
                <a:moveTo>
                  <a:pt x="0" y="0"/>
                </a:moveTo>
                <a:lnTo>
                  <a:pt x="4558951" y="0"/>
                </a:lnTo>
              </a:path>
            </a:pathLst>
          </a:custGeom>
          <a:noFill/>
          <a:ln cap="rnd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/>
          <p:nvPr>
            <p:ph idx="2" type="pic"/>
          </p:nvPr>
        </p:nvSpPr>
        <p:spPr>
          <a:xfrm>
            <a:off x="-25" y="-13725"/>
            <a:ext cx="9144000" cy="5157300"/>
          </a:xfrm>
          <a:prstGeom prst="rect">
            <a:avLst/>
          </a:prstGeom>
          <a:noFill/>
          <a:ln>
            <a:noFill/>
          </a:ln>
        </p:spPr>
      </p:sp>
      <p:sp>
        <p:nvSpPr>
          <p:cNvPr id="54" name="Google Shape;54;p10"/>
          <p:cNvSpPr txBox="1"/>
          <p:nvPr>
            <p:ph type="title"/>
          </p:nvPr>
        </p:nvSpPr>
        <p:spPr>
          <a:xfrm>
            <a:off x="720000" y="4014450"/>
            <a:ext cx="7704000" cy="5727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 txBox="1"/>
          <p:nvPr>
            <p:ph hasCustomPrompt="1" type="title"/>
          </p:nvPr>
        </p:nvSpPr>
        <p:spPr>
          <a:xfrm>
            <a:off x="713225" y="908350"/>
            <a:ext cx="5036100" cy="10560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96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2pPr>
            <a:lvl3pPr lvl="2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3pPr>
            <a:lvl4pPr lvl="3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4pPr>
            <a:lvl5pPr lvl="4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5pPr>
            <a:lvl6pPr lvl="5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6pPr>
            <a:lvl7pPr lvl="6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7pPr>
            <a:lvl8pPr lvl="7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8pPr>
            <a:lvl9pPr lvl="8" algn="ctr">
              <a:spcBef>
                <a:spcPts val="0"/>
              </a:spcBef>
              <a:spcAft>
                <a:spcPts val="0"/>
              </a:spcAft>
              <a:buSzPts val="9600"/>
              <a:buNone/>
              <a:defRPr sz="9600"/>
            </a:lvl9pPr>
          </a:lstStyle>
          <a:p>
            <a:r>
              <a:t>xx%</a:t>
            </a:r>
          </a:p>
        </p:txBody>
      </p:sp>
      <p:sp>
        <p:nvSpPr>
          <p:cNvPr id="57" name="Google Shape;57;p11"/>
          <p:cNvSpPr txBox="1"/>
          <p:nvPr>
            <p:ph idx="1" type="subTitle"/>
          </p:nvPr>
        </p:nvSpPr>
        <p:spPr>
          <a:xfrm>
            <a:off x="713225" y="2137025"/>
            <a:ext cx="2825100" cy="7350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58" name="Google Shape;58;p11"/>
          <p:cNvSpPr/>
          <p:nvPr/>
        </p:nvSpPr>
        <p:spPr>
          <a:xfrm>
            <a:off x="3578850" y="4595150"/>
            <a:ext cx="5561919" cy="8977"/>
          </a:xfrm>
          <a:custGeom>
            <a:rect b="b" l="l" r="r" t="t"/>
            <a:pathLst>
              <a:path extrusionOk="0" h="9525" w="4558950">
                <a:moveTo>
                  <a:pt x="0" y="0"/>
                </a:moveTo>
                <a:lnTo>
                  <a:pt x="4558951" y="0"/>
                </a:lnTo>
              </a:path>
            </a:pathLst>
          </a:custGeom>
          <a:noFill/>
          <a:ln cap="rnd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BLANK_1_1_1_1_1_1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62" name="Google Shape;62;p13"/>
          <p:cNvSpPr txBox="1"/>
          <p:nvPr>
            <p:ph idx="1" type="subTitle"/>
          </p:nvPr>
        </p:nvSpPr>
        <p:spPr>
          <a:xfrm>
            <a:off x="1539150" y="1877915"/>
            <a:ext cx="2203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3"/>
          <p:cNvSpPr txBox="1"/>
          <p:nvPr>
            <p:ph idx="2" type="subTitle"/>
          </p:nvPr>
        </p:nvSpPr>
        <p:spPr>
          <a:xfrm>
            <a:off x="4938414" y="1877915"/>
            <a:ext cx="2203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4" name="Google Shape;64;p13"/>
          <p:cNvSpPr txBox="1"/>
          <p:nvPr>
            <p:ph idx="3" type="subTitle"/>
          </p:nvPr>
        </p:nvSpPr>
        <p:spPr>
          <a:xfrm>
            <a:off x="1539150" y="3518250"/>
            <a:ext cx="2203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13"/>
          <p:cNvSpPr txBox="1"/>
          <p:nvPr>
            <p:ph idx="4" type="subTitle"/>
          </p:nvPr>
        </p:nvSpPr>
        <p:spPr>
          <a:xfrm>
            <a:off x="4938414" y="3518250"/>
            <a:ext cx="2203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3"/>
          <p:cNvSpPr txBox="1"/>
          <p:nvPr>
            <p:ph hasCustomPrompt="1" idx="5" type="title"/>
          </p:nvPr>
        </p:nvSpPr>
        <p:spPr>
          <a:xfrm>
            <a:off x="720000" y="1573525"/>
            <a:ext cx="734700" cy="640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7" name="Google Shape;67;p13"/>
          <p:cNvSpPr txBox="1"/>
          <p:nvPr>
            <p:ph hasCustomPrompt="1" idx="6" type="title"/>
          </p:nvPr>
        </p:nvSpPr>
        <p:spPr>
          <a:xfrm>
            <a:off x="720000" y="3213350"/>
            <a:ext cx="734700" cy="640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8" name="Google Shape;68;p13"/>
          <p:cNvSpPr txBox="1"/>
          <p:nvPr>
            <p:ph hasCustomPrompt="1" idx="7" type="title"/>
          </p:nvPr>
        </p:nvSpPr>
        <p:spPr>
          <a:xfrm>
            <a:off x="4119275" y="1573525"/>
            <a:ext cx="734700" cy="640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69" name="Google Shape;69;p13"/>
          <p:cNvSpPr txBox="1"/>
          <p:nvPr>
            <p:ph hasCustomPrompt="1" idx="8" type="title"/>
          </p:nvPr>
        </p:nvSpPr>
        <p:spPr>
          <a:xfrm>
            <a:off x="4119275" y="3213350"/>
            <a:ext cx="734700" cy="6402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70" name="Google Shape;70;p13"/>
          <p:cNvSpPr txBox="1"/>
          <p:nvPr>
            <p:ph idx="9" type="subTitle"/>
          </p:nvPr>
        </p:nvSpPr>
        <p:spPr>
          <a:xfrm>
            <a:off x="1539150" y="1469825"/>
            <a:ext cx="2203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200">
                <a:solidFill>
                  <a:schemeClr val="dk1"/>
                </a:solidFill>
                <a:latin typeface="Alexandria SemiBold"/>
                <a:ea typeface="Alexandria SemiBold"/>
                <a:cs typeface="Alexandria SemiBold"/>
                <a:sym typeface="Alexandria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71" name="Google Shape;71;p13"/>
          <p:cNvSpPr txBox="1"/>
          <p:nvPr>
            <p:ph idx="13" type="subTitle"/>
          </p:nvPr>
        </p:nvSpPr>
        <p:spPr>
          <a:xfrm>
            <a:off x="4938414" y="1469825"/>
            <a:ext cx="2203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200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72" name="Google Shape;72;p13"/>
          <p:cNvSpPr txBox="1"/>
          <p:nvPr>
            <p:ph idx="14" type="subTitle"/>
          </p:nvPr>
        </p:nvSpPr>
        <p:spPr>
          <a:xfrm>
            <a:off x="1539150" y="3109650"/>
            <a:ext cx="2203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200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73" name="Google Shape;73;p13"/>
          <p:cNvSpPr txBox="1"/>
          <p:nvPr>
            <p:ph idx="15" type="subTitle"/>
          </p:nvPr>
        </p:nvSpPr>
        <p:spPr>
          <a:xfrm>
            <a:off x="4938414" y="3109650"/>
            <a:ext cx="2203500" cy="484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sz="2200">
                <a:solidFill>
                  <a:schemeClr val="dk1"/>
                </a:solidFill>
                <a:latin typeface="Alexandria SemiBold"/>
                <a:ea typeface="Alexandria SemiBold"/>
                <a:cs typeface="Alexandria SemiBold"/>
                <a:sym typeface="Alexandria SemiBold"/>
              </a:defRPr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74" name="Google Shape;74;p13"/>
          <p:cNvSpPr/>
          <p:nvPr/>
        </p:nvSpPr>
        <p:spPr>
          <a:xfrm>
            <a:off x="3578850" y="4595150"/>
            <a:ext cx="5561919" cy="8977"/>
          </a:xfrm>
          <a:custGeom>
            <a:rect b="b" l="l" r="r" t="t"/>
            <a:pathLst>
              <a:path extrusionOk="0" h="9525" w="4558950">
                <a:moveTo>
                  <a:pt x="0" y="0"/>
                </a:moveTo>
                <a:lnTo>
                  <a:pt x="4558951" y="0"/>
                </a:lnTo>
              </a:path>
            </a:pathLst>
          </a:custGeom>
          <a:noFill/>
          <a:ln cap="rnd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5" name="Google Shape;75;p13"/>
          <p:cNvGrpSpPr/>
          <p:nvPr/>
        </p:nvGrpSpPr>
        <p:grpSpPr>
          <a:xfrm>
            <a:off x="8456594" y="1312115"/>
            <a:ext cx="1304493" cy="3285976"/>
            <a:chOff x="8456594" y="1312115"/>
            <a:chExt cx="1304493" cy="3285976"/>
          </a:xfrm>
        </p:grpSpPr>
        <p:sp>
          <p:nvSpPr>
            <p:cNvPr id="76" name="Google Shape;76;p13"/>
            <p:cNvSpPr/>
            <p:nvPr/>
          </p:nvSpPr>
          <p:spPr>
            <a:xfrm flipH="1">
              <a:off x="8456594" y="1312115"/>
              <a:ext cx="1304493" cy="759840"/>
            </a:xfrm>
            <a:custGeom>
              <a:rect b="b" l="l" r="r" t="t"/>
              <a:pathLst>
                <a:path extrusionOk="0" h="806196" w="1384077">
                  <a:moveTo>
                    <a:pt x="1384078" y="806196"/>
                  </a:moveTo>
                  <a:lnTo>
                    <a:pt x="0" y="806196"/>
                  </a:lnTo>
                  <a:lnTo>
                    <a:pt x="0" y="0"/>
                  </a:lnTo>
                  <a:lnTo>
                    <a:pt x="1384078" y="0"/>
                  </a:lnTo>
                  <a:lnTo>
                    <a:pt x="1384078" y="806196"/>
                  </a:lnTo>
                  <a:close/>
                  <a:moveTo>
                    <a:pt x="65913" y="740283"/>
                  </a:moveTo>
                  <a:lnTo>
                    <a:pt x="1318165" y="740283"/>
                  </a:lnTo>
                  <a:lnTo>
                    <a:pt x="1318165" y="65913"/>
                  </a:lnTo>
                  <a:lnTo>
                    <a:pt x="65913" y="65913"/>
                  </a:lnTo>
                  <a:lnTo>
                    <a:pt x="65913" y="740283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7" name="Google Shape;77;p13"/>
            <p:cNvSpPr/>
            <p:nvPr/>
          </p:nvSpPr>
          <p:spPr>
            <a:xfrm flipH="1">
              <a:off x="8834350" y="1847973"/>
              <a:ext cx="549771" cy="29266"/>
            </a:xfrm>
            <a:custGeom>
              <a:rect b="b" l="l" r="r" t="t"/>
              <a:pathLst>
                <a:path extrusionOk="0" h="31051" w="583311">
                  <a:moveTo>
                    <a:pt x="567785" y="31051"/>
                  </a:moveTo>
                  <a:lnTo>
                    <a:pt x="15526" y="31051"/>
                  </a:lnTo>
                  <a:cubicBezTo>
                    <a:pt x="6953" y="31051"/>
                    <a:pt x="0" y="24098"/>
                    <a:pt x="0" y="15526"/>
                  </a:cubicBezTo>
                  <a:lnTo>
                    <a:pt x="0" y="15526"/>
                  </a:lnTo>
                  <a:cubicBezTo>
                    <a:pt x="0" y="6953"/>
                    <a:pt x="6953" y="0"/>
                    <a:pt x="15526" y="0"/>
                  </a:cubicBezTo>
                  <a:lnTo>
                    <a:pt x="567785" y="0"/>
                  </a:lnTo>
                  <a:cubicBezTo>
                    <a:pt x="576358" y="0"/>
                    <a:pt x="583311" y="6953"/>
                    <a:pt x="583311" y="15526"/>
                  </a:cubicBezTo>
                  <a:lnTo>
                    <a:pt x="583311" y="15526"/>
                  </a:lnTo>
                  <a:cubicBezTo>
                    <a:pt x="583311" y="24098"/>
                    <a:pt x="576358" y="31051"/>
                    <a:pt x="567785" y="3105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8" name="Google Shape;78;p13"/>
            <p:cNvGrpSpPr/>
            <p:nvPr/>
          </p:nvGrpSpPr>
          <p:grpSpPr>
            <a:xfrm flipH="1">
              <a:off x="8865659" y="1877205"/>
              <a:ext cx="487884" cy="440091"/>
              <a:chOff x="4552950" y="2363057"/>
              <a:chExt cx="518254" cy="467486"/>
            </a:xfrm>
          </p:grpSpPr>
          <p:sp>
            <p:nvSpPr>
              <p:cNvPr id="79" name="Google Shape;79;p13"/>
              <p:cNvSpPr/>
              <p:nvPr/>
            </p:nvSpPr>
            <p:spPr>
              <a:xfrm>
                <a:off x="4552950" y="2363057"/>
                <a:ext cx="113347" cy="467486"/>
              </a:xfrm>
              <a:custGeom>
                <a:rect b="b" l="l" r="r" t="t"/>
                <a:pathLst>
                  <a:path extrusionOk="0" h="467486" w="113347">
                    <a:moveTo>
                      <a:pt x="0" y="0"/>
                    </a:moveTo>
                    <a:lnTo>
                      <a:pt x="113348" y="467487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0" name="Google Shape;80;p13"/>
              <p:cNvSpPr/>
              <p:nvPr/>
            </p:nvSpPr>
            <p:spPr>
              <a:xfrm>
                <a:off x="4957857" y="2363057"/>
                <a:ext cx="113347" cy="467486"/>
              </a:xfrm>
              <a:custGeom>
                <a:rect b="b" l="l" r="r" t="t"/>
                <a:pathLst>
                  <a:path extrusionOk="0" h="467486" w="113347">
                    <a:moveTo>
                      <a:pt x="113348" y="0"/>
                    </a:moveTo>
                    <a:lnTo>
                      <a:pt x="0" y="467487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1" name="Google Shape;81;p13"/>
              <p:cNvSpPr/>
              <p:nvPr/>
            </p:nvSpPr>
            <p:spPr>
              <a:xfrm>
                <a:off x="4921472" y="2363057"/>
                <a:ext cx="84963" cy="467486"/>
              </a:xfrm>
              <a:custGeom>
                <a:rect b="b" l="l" r="r" t="t"/>
                <a:pathLst>
                  <a:path extrusionOk="0" h="467486" w="84963">
                    <a:moveTo>
                      <a:pt x="84963" y="0"/>
                    </a:moveTo>
                    <a:lnTo>
                      <a:pt x="0" y="467487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2" name="Google Shape;82;p13"/>
              <p:cNvSpPr/>
              <p:nvPr/>
            </p:nvSpPr>
            <p:spPr>
              <a:xfrm>
                <a:off x="4884991" y="2363057"/>
                <a:ext cx="56673" cy="467486"/>
              </a:xfrm>
              <a:custGeom>
                <a:rect b="b" l="l" r="r" t="t"/>
                <a:pathLst>
                  <a:path extrusionOk="0" h="467486" w="56673">
                    <a:moveTo>
                      <a:pt x="56674" y="0"/>
                    </a:moveTo>
                    <a:lnTo>
                      <a:pt x="0" y="467487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3" name="Google Shape;83;p13"/>
              <p:cNvSpPr/>
              <p:nvPr/>
            </p:nvSpPr>
            <p:spPr>
              <a:xfrm>
                <a:off x="4848510" y="2363057"/>
                <a:ext cx="28384" cy="467486"/>
              </a:xfrm>
              <a:custGeom>
                <a:rect b="b" l="l" r="r" t="t"/>
                <a:pathLst>
                  <a:path extrusionOk="0" h="467486" w="28384">
                    <a:moveTo>
                      <a:pt x="28385" y="0"/>
                    </a:moveTo>
                    <a:lnTo>
                      <a:pt x="0" y="467487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4" name="Google Shape;84;p13"/>
              <p:cNvSpPr/>
              <p:nvPr/>
            </p:nvSpPr>
            <p:spPr>
              <a:xfrm>
                <a:off x="4812125" y="2363057"/>
                <a:ext cx="9525" cy="467486"/>
              </a:xfrm>
              <a:custGeom>
                <a:rect b="b" l="l" r="r" t="t"/>
                <a:pathLst>
                  <a:path extrusionOk="0" h="467486" w="9525">
                    <a:moveTo>
                      <a:pt x="0" y="0"/>
                    </a:moveTo>
                    <a:lnTo>
                      <a:pt x="0" y="467487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5" name="Google Shape;85;p13"/>
              <p:cNvSpPr/>
              <p:nvPr/>
            </p:nvSpPr>
            <p:spPr>
              <a:xfrm>
                <a:off x="4747355" y="2363057"/>
                <a:ext cx="28289" cy="467486"/>
              </a:xfrm>
              <a:custGeom>
                <a:rect b="b" l="l" r="r" t="t"/>
                <a:pathLst>
                  <a:path extrusionOk="0" h="467486" w="28289">
                    <a:moveTo>
                      <a:pt x="0" y="0"/>
                    </a:moveTo>
                    <a:lnTo>
                      <a:pt x="28289" y="467487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6" name="Google Shape;86;p13"/>
              <p:cNvSpPr/>
              <p:nvPr/>
            </p:nvSpPr>
            <p:spPr>
              <a:xfrm>
                <a:off x="4682490" y="2363057"/>
                <a:ext cx="56769" cy="467486"/>
              </a:xfrm>
              <a:custGeom>
                <a:rect b="b" l="l" r="r" t="t"/>
                <a:pathLst>
                  <a:path extrusionOk="0" h="467486" w="56769">
                    <a:moveTo>
                      <a:pt x="0" y="0"/>
                    </a:moveTo>
                    <a:lnTo>
                      <a:pt x="56769" y="467487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87" name="Google Shape;87;p13"/>
              <p:cNvSpPr/>
              <p:nvPr/>
            </p:nvSpPr>
            <p:spPr>
              <a:xfrm>
                <a:off x="4617720" y="2363057"/>
                <a:ext cx="85058" cy="467486"/>
              </a:xfrm>
              <a:custGeom>
                <a:rect b="b" l="l" r="r" t="t"/>
                <a:pathLst>
                  <a:path extrusionOk="0" h="467486" w="85058">
                    <a:moveTo>
                      <a:pt x="0" y="0"/>
                    </a:moveTo>
                    <a:lnTo>
                      <a:pt x="85058" y="467487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88" name="Google Shape;88;p13"/>
            <p:cNvSpPr/>
            <p:nvPr/>
          </p:nvSpPr>
          <p:spPr>
            <a:xfrm flipH="1">
              <a:off x="9075223" y="2071068"/>
              <a:ext cx="68676" cy="2527023"/>
            </a:xfrm>
            <a:custGeom>
              <a:rect b="b" l="l" r="r" t="t"/>
              <a:pathLst>
                <a:path extrusionOk="0" h="2681192" w="72866">
                  <a:moveTo>
                    <a:pt x="0" y="0"/>
                  </a:moveTo>
                  <a:lnTo>
                    <a:pt x="72866" y="0"/>
                  </a:lnTo>
                  <a:lnTo>
                    <a:pt x="72866" y="2681192"/>
                  </a:lnTo>
                  <a:lnTo>
                    <a:pt x="0" y="2681192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">
  <p:cSld name="BLANK_1_1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14"/>
          <p:cNvSpPr txBox="1"/>
          <p:nvPr>
            <p:ph type="title"/>
          </p:nvPr>
        </p:nvSpPr>
        <p:spPr>
          <a:xfrm>
            <a:off x="713225" y="3441750"/>
            <a:ext cx="3312300" cy="5325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2400"/>
            </a:lvl1pPr>
            <a:lvl2pPr lvl="1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91" name="Google Shape;91;p14"/>
          <p:cNvSpPr txBox="1"/>
          <p:nvPr>
            <p:ph idx="1" type="subTitle"/>
          </p:nvPr>
        </p:nvSpPr>
        <p:spPr>
          <a:xfrm>
            <a:off x="713225" y="1039950"/>
            <a:ext cx="5171100" cy="2291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92" name="Google Shape;92;p14"/>
          <p:cNvSpPr/>
          <p:nvPr/>
        </p:nvSpPr>
        <p:spPr>
          <a:xfrm>
            <a:off x="3578850" y="4595150"/>
            <a:ext cx="5561919" cy="8977"/>
          </a:xfrm>
          <a:custGeom>
            <a:rect b="b" l="l" r="r" t="t"/>
            <a:pathLst>
              <a:path extrusionOk="0" h="9525" w="4558950">
                <a:moveTo>
                  <a:pt x="0" y="0"/>
                </a:moveTo>
                <a:lnTo>
                  <a:pt x="4558951" y="0"/>
                </a:lnTo>
              </a:path>
            </a:pathLst>
          </a:custGeom>
          <a:noFill/>
          <a:ln cap="rnd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CUSTOM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5"/>
          <p:cNvSpPr txBox="1"/>
          <p:nvPr>
            <p:ph type="title"/>
          </p:nvPr>
        </p:nvSpPr>
        <p:spPr>
          <a:xfrm>
            <a:off x="720000" y="960088"/>
            <a:ext cx="3519600" cy="2296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95" name="Google Shape;95;p15"/>
          <p:cNvSpPr txBox="1"/>
          <p:nvPr>
            <p:ph idx="1" type="subTitle"/>
          </p:nvPr>
        </p:nvSpPr>
        <p:spPr>
          <a:xfrm>
            <a:off x="720000" y="3256138"/>
            <a:ext cx="3519600" cy="927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15"/>
          <p:cNvSpPr/>
          <p:nvPr>
            <p:ph idx="2" type="pic"/>
          </p:nvPr>
        </p:nvSpPr>
        <p:spPr>
          <a:xfrm>
            <a:off x="4830638" y="792300"/>
            <a:ext cx="3058500" cy="3558900"/>
          </a:xfrm>
          <a:prstGeom prst="rect">
            <a:avLst/>
          </a:prstGeom>
          <a:noFill/>
          <a:ln>
            <a:noFill/>
          </a:ln>
        </p:spPr>
      </p:sp>
      <p:grpSp>
        <p:nvGrpSpPr>
          <p:cNvPr id="97" name="Google Shape;97;p15"/>
          <p:cNvGrpSpPr/>
          <p:nvPr/>
        </p:nvGrpSpPr>
        <p:grpSpPr>
          <a:xfrm>
            <a:off x="3578850" y="1312115"/>
            <a:ext cx="5801237" cy="3292012"/>
            <a:chOff x="3578850" y="1312115"/>
            <a:chExt cx="5801237" cy="3292012"/>
          </a:xfrm>
        </p:grpSpPr>
        <p:sp>
          <p:nvSpPr>
            <p:cNvPr id="98" name="Google Shape;98;p15"/>
            <p:cNvSpPr/>
            <p:nvPr/>
          </p:nvSpPr>
          <p:spPr>
            <a:xfrm>
              <a:off x="3578850" y="4595150"/>
              <a:ext cx="5561919" cy="8977"/>
            </a:xfrm>
            <a:custGeom>
              <a:rect b="b" l="l" r="r" t="t"/>
              <a:pathLst>
                <a:path extrusionOk="0" h="9525" w="4558950">
                  <a:moveTo>
                    <a:pt x="0" y="0"/>
                  </a:moveTo>
                  <a:lnTo>
                    <a:pt x="4558951" y="0"/>
                  </a:lnTo>
                </a:path>
              </a:pathLst>
            </a:custGeom>
            <a:noFill/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99" name="Google Shape;99;p15"/>
            <p:cNvGrpSpPr/>
            <p:nvPr/>
          </p:nvGrpSpPr>
          <p:grpSpPr>
            <a:xfrm flipH="1">
              <a:off x="8077117" y="1312115"/>
              <a:ext cx="1302970" cy="3283027"/>
              <a:chOff x="4120038" y="1762791"/>
              <a:chExt cx="1384077" cy="3487388"/>
            </a:xfrm>
          </p:grpSpPr>
          <p:sp>
            <p:nvSpPr>
              <p:cNvPr id="100" name="Google Shape;100;p15"/>
              <p:cNvSpPr/>
              <p:nvPr/>
            </p:nvSpPr>
            <p:spPr>
              <a:xfrm>
                <a:off x="4120038" y="1762791"/>
                <a:ext cx="1384077" cy="806196"/>
              </a:xfrm>
              <a:custGeom>
                <a:rect b="b" l="l" r="r" t="t"/>
                <a:pathLst>
                  <a:path extrusionOk="0" h="806196" w="1384077">
                    <a:moveTo>
                      <a:pt x="1384078" y="806196"/>
                    </a:moveTo>
                    <a:lnTo>
                      <a:pt x="0" y="806196"/>
                    </a:lnTo>
                    <a:lnTo>
                      <a:pt x="0" y="0"/>
                    </a:lnTo>
                    <a:lnTo>
                      <a:pt x="1384078" y="0"/>
                    </a:lnTo>
                    <a:lnTo>
                      <a:pt x="1384078" y="806196"/>
                    </a:lnTo>
                    <a:close/>
                    <a:moveTo>
                      <a:pt x="65913" y="740283"/>
                    </a:moveTo>
                    <a:lnTo>
                      <a:pt x="1318165" y="740283"/>
                    </a:lnTo>
                    <a:lnTo>
                      <a:pt x="1318165" y="65913"/>
                    </a:lnTo>
                    <a:lnTo>
                      <a:pt x="65913" y="65913"/>
                    </a:lnTo>
                    <a:lnTo>
                      <a:pt x="65913" y="740283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1" name="Google Shape;101;p15"/>
              <p:cNvSpPr/>
              <p:nvPr/>
            </p:nvSpPr>
            <p:spPr>
              <a:xfrm>
                <a:off x="4520469" y="2332005"/>
                <a:ext cx="583311" cy="31051"/>
              </a:xfrm>
              <a:custGeom>
                <a:rect b="b" l="l" r="r" t="t"/>
                <a:pathLst>
                  <a:path extrusionOk="0" h="31051" w="583311">
                    <a:moveTo>
                      <a:pt x="567785" y="31051"/>
                    </a:moveTo>
                    <a:lnTo>
                      <a:pt x="15526" y="31051"/>
                    </a:lnTo>
                    <a:cubicBezTo>
                      <a:pt x="6953" y="31051"/>
                      <a:pt x="0" y="24098"/>
                      <a:pt x="0" y="15526"/>
                    </a:cubicBezTo>
                    <a:lnTo>
                      <a:pt x="0" y="15526"/>
                    </a:lnTo>
                    <a:cubicBezTo>
                      <a:pt x="0" y="6953"/>
                      <a:pt x="6953" y="0"/>
                      <a:pt x="15526" y="0"/>
                    </a:cubicBezTo>
                    <a:lnTo>
                      <a:pt x="567785" y="0"/>
                    </a:lnTo>
                    <a:cubicBezTo>
                      <a:pt x="576358" y="0"/>
                      <a:pt x="583311" y="6953"/>
                      <a:pt x="583311" y="15526"/>
                    </a:cubicBezTo>
                    <a:lnTo>
                      <a:pt x="583311" y="15526"/>
                    </a:lnTo>
                    <a:cubicBezTo>
                      <a:pt x="583311" y="24098"/>
                      <a:pt x="576358" y="31051"/>
                      <a:pt x="567785" y="3105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02" name="Google Shape;102;p15"/>
              <p:cNvGrpSpPr/>
              <p:nvPr/>
            </p:nvGrpSpPr>
            <p:grpSpPr>
              <a:xfrm>
                <a:off x="4552950" y="2363057"/>
                <a:ext cx="518254" cy="467486"/>
                <a:chOff x="4552950" y="2363057"/>
                <a:chExt cx="518254" cy="467486"/>
              </a:xfrm>
            </p:grpSpPr>
            <p:sp>
              <p:nvSpPr>
                <p:cNvPr id="103" name="Google Shape;103;p15"/>
                <p:cNvSpPr/>
                <p:nvPr/>
              </p:nvSpPr>
              <p:spPr>
                <a:xfrm>
                  <a:off x="4552950" y="2363057"/>
                  <a:ext cx="113347" cy="467486"/>
                </a:xfrm>
                <a:custGeom>
                  <a:rect b="b" l="l" r="r" t="t"/>
                  <a:pathLst>
                    <a:path extrusionOk="0" h="467486" w="113347">
                      <a:moveTo>
                        <a:pt x="0" y="0"/>
                      </a:moveTo>
                      <a:lnTo>
                        <a:pt x="113348" y="467487"/>
                      </a:lnTo>
                    </a:path>
                  </a:pathLst>
                </a:custGeom>
                <a:noFill/>
                <a:ln cap="flat" cmpd="sng" w="9525">
                  <a:solidFill>
                    <a:schemeClr val="accen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4" name="Google Shape;104;p15"/>
                <p:cNvSpPr/>
                <p:nvPr/>
              </p:nvSpPr>
              <p:spPr>
                <a:xfrm>
                  <a:off x="4957857" y="2363057"/>
                  <a:ext cx="113347" cy="467486"/>
                </a:xfrm>
                <a:custGeom>
                  <a:rect b="b" l="l" r="r" t="t"/>
                  <a:pathLst>
                    <a:path extrusionOk="0" h="467486" w="113347">
                      <a:moveTo>
                        <a:pt x="113348" y="0"/>
                      </a:moveTo>
                      <a:lnTo>
                        <a:pt x="0" y="467487"/>
                      </a:lnTo>
                    </a:path>
                  </a:pathLst>
                </a:custGeom>
                <a:noFill/>
                <a:ln cap="flat" cmpd="sng" w="9525">
                  <a:solidFill>
                    <a:schemeClr val="accen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5" name="Google Shape;105;p15"/>
                <p:cNvSpPr/>
                <p:nvPr/>
              </p:nvSpPr>
              <p:spPr>
                <a:xfrm>
                  <a:off x="4921472" y="2363057"/>
                  <a:ext cx="84963" cy="467486"/>
                </a:xfrm>
                <a:custGeom>
                  <a:rect b="b" l="l" r="r" t="t"/>
                  <a:pathLst>
                    <a:path extrusionOk="0" h="467486" w="84963">
                      <a:moveTo>
                        <a:pt x="84963" y="0"/>
                      </a:moveTo>
                      <a:lnTo>
                        <a:pt x="0" y="467487"/>
                      </a:lnTo>
                    </a:path>
                  </a:pathLst>
                </a:custGeom>
                <a:noFill/>
                <a:ln cap="flat" cmpd="sng" w="9525">
                  <a:solidFill>
                    <a:schemeClr val="accen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6" name="Google Shape;106;p15"/>
                <p:cNvSpPr/>
                <p:nvPr/>
              </p:nvSpPr>
              <p:spPr>
                <a:xfrm>
                  <a:off x="4884991" y="2363057"/>
                  <a:ext cx="56673" cy="467486"/>
                </a:xfrm>
                <a:custGeom>
                  <a:rect b="b" l="l" r="r" t="t"/>
                  <a:pathLst>
                    <a:path extrusionOk="0" h="467486" w="56673">
                      <a:moveTo>
                        <a:pt x="56674" y="0"/>
                      </a:moveTo>
                      <a:lnTo>
                        <a:pt x="0" y="467487"/>
                      </a:lnTo>
                    </a:path>
                  </a:pathLst>
                </a:custGeom>
                <a:noFill/>
                <a:ln cap="flat" cmpd="sng" w="9525">
                  <a:solidFill>
                    <a:schemeClr val="accen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7" name="Google Shape;107;p15"/>
                <p:cNvSpPr/>
                <p:nvPr/>
              </p:nvSpPr>
              <p:spPr>
                <a:xfrm>
                  <a:off x="4848510" y="2363057"/>
                  <a:ext cx="28384" cy="467486"/>
                </a:xfrm>
                <a:custGeom>
                  <a:rect b="b" l="l" r="r" t="t"/>
                  <a:pathLst>
                    <a:path extrusionOk="0" h="467486" w="28384">
                      <a:moveTo>
                        <a:pt x="28385" y="0"/>
                      </a:moveTo>
                      <a:lnTo>
                        <a:pt x="0" y="467487"/>
                      </a:lnTo>
                    </a:path>
                  </a:pathLst>
                </a:custGeom>
                <a:noFill/>
                <a:ln cap="flat" cmpd="sng" w="9525">
                  <a:solidFill>
                    <a:schemeClr val="accen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8" name="Google Shape;108;p15"/>
                <p:cNvSpPr/>
                <p:nvPr/>
              </p:nvSpPr>
              <p:spPr>
                <a:xfrm>
                  <a:off x="4812125" y="2363057"/>
                  <a:ext cx="9525" cy="467486"/>
                </a:xfrm>
                <a:custGeom>
                  <a:rect b="b" l="l" r="r" t="t"/>
                  <a:pathLst>
                    <a:path extrusionOk="0" h="467486" w="9525">
                      <a:moveTo>
                        <a:pt x="0" y="0"/>
                      </a:moveTo>
                      <a:lnTo>
                        <a:pt x="0" y="467487"/>
                      </a:lnTo>
                    </a:path>
                  </a:pathLst>
                </a:custGeom>
                <a:noFill/>
                <a:ln cap="flat" cmpd="sng" w="9525">
                  <a:solidFill>
                    <a:schemeClr val="accen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09" name="Google Shape;109;p15"/>
                <p:cNvSpPr/>
                <p:nvPr/>
              </p:nvSpPr>
              <p:spPr>
                <a:xfrm>
                  <a:off x="4747355" y="2363057"/>
                  <a:ext cx="28289" cy="467486"/>
                </a:xfrm>
                <a:custGeom>
                  <a:rect b="b" l="l" r="r" t="t"/>
                  <a:pathLst>
                    <a:path extrusionOk="0" h="467486" w="28289">
                      <a:moveTo>
                        <a:pt x="0" y="0"/>
                      </a:moveTo>
                      <a:lnTo>
                        <a:pt x="28289" y="467487"/>
                      </a:lnTo>
                    </a:path>
                  </a:pathLst>
                </a:custGeom>
                <a:noFill/>
                <a:ln cap="flat" cmpd="sng" w="9525">
                  <a:solidFill>
                    <a:schemeClr val="accen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0" name="Google Shape;110;p15"/>
                <p:cNvSpPr/>
                <p:nvPr/>
              </p:nvSpPr>
              <p:spPr>
                <a:xfrm>
                  <a:off x="4682490" y="2363057"/>
                  <a:ext cx="56769" cy="467486"/>
                </a:xfrm>
                <a:custGeom>
                  <a:rect b="b" l="l" r="r" t="t"/>
                  <a:pathLst>
                    <a:path extrusionOk="0" h="467486" w="56769">
                      <a:moveTo>
                        <a:pt x="0" y="0"/>
                      </a:moveTo>
                      <a:lnTo>
                        <a:pt x="56769" y="467487"/>
                      </a:lnTo>
                    </a:path>
                  </a:pathLst>
                </a:custGeom>
                <a:noFill/>
                <a:ln cap="flat" cmpd="sng" w="9525">
                  <a:solidFill>
                    <a:schemeClr val="accen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11" name="Google Shape;111;p15"/>
                <p:cNvSpPr/>
                <p:nvPr/>
              </p:nvSpPr>
              <p:spPr>
                <a:xfrm>
                  <a:off x="4617720" y="2363057"/>
                  <a:ext cx="85058" cy="467486"/>
                </a:xfrm>
                <a:custGeom>
                  <a:rect b="b" l="l" r="r" t="t"/>
                  <a:pathLst>
                    <a:path extrusionOk="0" h="467486" w="85058">
                      <a:moveTo>
                        <a:pt x="0" y="0"/>
                      </a:moveTo>
                      <a:lnTo>
                        <a:pt x="85058" y="467487"/>
                      </a:lnTo>
                    </a:path>
                  </a:pathLst>
                </a:custGeom>
                <a:noFill/>
                <a:ln cap="flat" cmpd="sng" w="9525">
                  <a:solidFill>
                    <a:schemeClr val="accen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12" name="Google Shape;112;p15"/>
              <p:cNvSpPr/>
              <p:nvPr/>
            </p:nvSpPr>
            <p:spPr>
              <a:xfrm>
                <a:off x="4775644" y="2568987"/>
                <a:ext cx="72866" cy="2681192"/>
              </a:xfrm>
              <a:custGeom>
                <a:rect b="b" l="l" r="r" t="t"/>
                <a:pathLst>
                  <a:path extrusionOk="0" h="2681192" w="72866">
                    <a:moveTo>
                      <a:pt x="0" y="0"/>
                    </a:moveTo>
                    <a:lnTo>
                      <a:pt x="72866" y="0"/>
                    </a:lnTo>
                    <a:lnTo>
                      <a:pt x="72866" y="2681192"/>
                    </a:lnTo>
                    <a:lnTo>
                      <a:pt x="0" y="2681192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13" name="Google Shape;113;p15"/>
            <p:cNvGrpSpPr/>
            <p:nvPr/>
          </p:nvGrpSpPr>
          <p:grpSpPr>
            <a:xfrm>
              <a:off x="8311846" y="4056002"/>
              <a:ext cx="542654" cy="539139"/>
              <a:chOff x="1191959" y="3692252"/>
              <a:chExt cx="542654" cy="539139"/>
            </a:xfrm>
          </p:grpSpPr>
          <p:sp>
            <p:nvSpPr>
              <p:cNvPr id="114" name="Google Shape;114;p15"/>
              <p:cNvSpPr/>
              <p:nvPr/>
            </p:nvSpPr>
            <p:spPr>
              <a:xfrm>
                <a:off x="1199977" y="3696003"/>
                <a:ext cx="531052" cy="531076"/>
              </a:xfrm>
              <a:custGeom>
                <a:rect b="b" l="l" r="r" t="t"/>
                <a:pathLst>
                  <a:path extrusionOk="0" h="9345" w="9338">
                    <a:moveTo>
                      <a:pt x="4672" y="1"/>
                    </a:moveTo>
                    <a:cubicBezTo>
                      <a:pt x="2091" y="1"/>
                      <a:pt x="0" y="2091"/>
                      <a:pt x="0" y="4673"/>
                    </a:cubicBezTo>
                    <a:cubicBezTo>
                      <a:pt x="0" y="7247"/>
                      <a:pt x="2091" y="9344"/>
                      <a:pt x="4672" y="9344"/>
                    </a:cubicBezTo>
                    <a:cubicBezTo>
                      <a:pt x="7247" y="9344"/>
                      <a:pt x="9337" y="7247"/>
                      <a:pt x="9337" y="4673"/>
                    </a:cubicBezTo>
                    <a:cubicBezTo>
                      <a:pt x="9337" y="2091"/>
                      <a:pt x="7247" y="1"/>
                      <a:pt x="4672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5" name="Google Shape;115;p15"/>
              <p:cNvSpPr/>
              <p:nvPr/>
            </p:nvSpPr>
            <p:spPr>
              <a:xfrm>
                <a:off x="1422510" y="3882568"/>
                <a:ext cx="312103" cy="348823"/>
              </a:xfrm>
              <a:custGeom>
                <a:rect b="b" l="l" r="r" t="t"/>
                <a:pathLst>
                  <a:path extrusionOk="0" h="6138" w="5488">
                    <a:moveTo>
                      <a:pt x="3847" y="0"/>
                    </a:moveTo>
                    <a:cubicBezTo>
                      <a:pt x="3318" y="0"/>
                      <a:pt x="2779" y="125"/>
                      <a:pt x="2295" y="376"/>
                    </a:cubicBezTo>
                    <a:cubicBezTo>
                      <a:pt x="1358" y="854"/>
                      <a:pt x="631" y="1766"/>
                      <a:pt x="293" y="2862"/>
                    </a:cubicBezTo>
                    <a:cubicBezTo>
                      <a:pt x="0" y="3850"/>
                      <a:pt x="13" y="4965"/>
                      <a:pt x="332" y="6087"/>
                    </a:cubicBezTo>
                    <a:cubicBezTo>
                      <a:pt x="344" y="6119"/>
                      <a:pt x="370" y="6138"/>
                      <a:pt x="402" y="6138"/>
                    </a:cubicBezTo>
                    <a:cubicBezTo>
                      <a:pt x="408" y="6138"/>
                      <a:pt x="415" y="6138"/>
                      <a:pt x="421" y="6131"/>
                    </a:cubicBezTo>
                    <a:cubicBezTo>
                      <a:pt x="453" y="6119"/>
                      <a:pt x="478" y="6080"/>
                      <a:pt x="466" y="6048"/>
                    </a:cubicBezTo>
                    <a:cubicBezTo>
                      <a:pt x="153" y="4952"/>
                      <a:pt x="141" y="3862"/>
                      <a:pt x="427" y="2906"/>
                    </a:cubicBezTo>
                    <a:cubicBezTo>
                      <a:pt x="752" y="1842"/>
                      <a:pt x="1453" y="963"/>
                      <a:pt x="2358" y="497"/>
                    </a:cubicBezTo>
                    <a:cubicBezTo>
                      <a:pt x="2826" y="257"/>
                      <a:pt x="3343" y="138"/>
                      <a:pt x="3850" y="138"/>
                    </a:cubicBezTo>
                    <a:cubicBezTo>
                      <a:pt x="4393" y="138"/>
                      <a:pt x="4925" y="275"/>
                      <a:pt x="5373" y="548"/>
                    </a:cubicBezTo>
                    <a:cubicBezTo>
                      <a:pt x="5385" y="555"/>
                      <a:pt x="5399" y="559"/>
                      <a:pt x="5412" y="559"/>
                    </a:cubicBezTo>
                    <a:cubicBezTo>
                      <a:pt x="5435" y="559"/>
                      <a:pt x="5457" y="549"/>
                      <a:pt x="5469" y="529"/>
                    </a:cubicBezTo>
                    <a:cubicBezTo>
                      <a:pt x="5488" y="491"/>
                      <a:pt x="5481" y="453"/>
                      <a:pt x="5450" y="434"/>
                    </a:cubicBezTo>
                    <a:cubicBezTo>
                      <a:pt x="4980" y="146"/>
                      <a:pt x="4419" y="0"/>
                      <a:pt x="384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6" name="Google Shape;116;p15"/>
              <p:cNvSpPr/>
              <p:nvPr/>
            </p:nvSpPr>
            <p:spPr>
              <a:xfrm>
                <a:off x="1261568" y="3744022"/>
                <a:ext cx="375569" cy="403379"/>
              </a:xfrm>
              <a:custGeom>
                <a:rect b="b" l="l" r="r" t="t"/>
                <a:pathLst>
                  <a:path extrusionOk="0" h="7098" w="6604">
                    <a:moveTo>
                      <a:pt x="6528" y="0"/>
                    </a:moveTo>
                    <a:cubicBezTo>
                      <a:pt x="6521" y="0"/>
                      <a:pt x="6515" y="1"/>
                      <a:pt x="6508" y="4"/>
                    </a:cubicBezTo>
                    <a:cubicBezTo>
                      <a:pt x="3321" y="947"/>
                      <a:pt x="708" y="3764"/>
                      <a:pt x="13" y="7008"/>
                    </a:cubicBezTo>
                    <a:cubicBezTo>
                      <a:pt x="1" y="7046"/>
                      <a:pt x="26" y="7084"/>
                      <a:pt x="64" y="7091"/>
                    </a:cubicBezTo>
                    <a:cubicBezTo>
                      <a:pt x="71" y="7097"/>
                      <a:pt x="77" y="7097"/>
                      <a:pt x="77" y="7097"/>
                    </a:cubicBezTo>
                    <a:cubicBezTo>
                      <a:pt x="109" y="7097"/>
                      <a:pt x="141" y="7072"/>
                      <a:pt x="147" y="7040"/>
                    </a:cubicBezTo>
                    <a:cubicBezTo>
                      <a:pt x="835" y="3840"/>
                      <a:pt x="3404" y="1062"/>
                      <a:pt x="6546" y="137"/>
                    </a:cubicBezTo>
                    <a:cubicBezTo>
                      <a:pt x="6584" y="131"/>
                      <a:pt x="6603" y="86"/>
                      <a:pt x="6591" y="55"/>
                    </a:cubicBezTo>
                    <a:cubicBezTo>
                      <a:pt x="6585" y="23"/>
                      <a:pt x="6559" y="0"/>
                      <a:pt x="652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17" name="Google Shape;117;p15"/>
              <p:cNvSpPr/>
              <p:nvPr/>
            </p:nvSpPr>
            <p:spPr>
              <a:xfrm>
                <a:off x="1191959" y="3692252"/>
                <a:ext cx="290037" cy="288526"/>
              </a:xfrm>
              <a:custGeom>
                <a:rect b="b" l="l" r="r" t="t"/>
                <a:pathLst>
                  <a:path extrusionOk="0" h="5077" w="5100">
                    <a:moveTo>
                      <a:pt x="5013" y="0"/>
                    </a:moveTo>
                    <a:cubicBezTo>
                      <a:pt x="4993" y="0"/>
                      <a:pt x="4974" y="10"/>
                      <a:pt x="4959" y="29"/>
                    </a:cubicBezTo>
                    <a:cubicBezTo>
                      <a:pt x="3838" y="1647"/>
                      <a:pt x="1881" y="3795"/>
                      <a:pt x="45" y="4949"/>
                    </a:cubicBezTo>
                    <a:cubicBezTo>
                      <a:pt x="14" y="4968"/>
                      <a:pt x="1" y="5013"/>
                      <a:pt x="26" y="5044"/>
                    </a:cubicBezTo>
                    <a:cubicBezTo>
                      <a:pt x="39" y="5064"/>
                      <a:pt x="58" y="5076"/>
                      <a:pt x="84" y="5076"/>
                    </a:cubicBezTo>
                    <a:cubicBezTo>
                      <a:pt x="96" y="5076"/>
                      <a:pt x="109" y="5076"/>
                      <a:pt x="122" y="5064"/>
                    </a:cubicBezTo>
                    <a:cubicBezTo>
                      <a:pt x="1970" y="3904"/>
                      <a:pt x="3946" y="1743"/>
                      <a:pt x="5074" y="111"/>
                    </a:cubicBezTo>
                    <a:cubicBezTo>
                      <a:pt x="5100" y="80"/>
                      <a:pt x="5087" y="35"/>
                      <a:pt x="5055" y="16"/>
                    </a:cubicBezTo>
                    <a:cubicBezTo>
                      <a:pt x="5042" y="5"/>
                      <a:pt x="5027" y="0"/>
                      <a:pt x="501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CUSTOM_4"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6"/>
          <p:cNvSpPr txBox="1"/>
          <p:nvPr>
            <p:ph type="title"/>
          </p:nvPr>
        </p:nvSpPr>
        <p:spPr>
          <a:xfrm>
            <a:off x="713225" y="1321688"/>
            <a:ext cx="2901000" cy="1235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20" name="Google Shape;120;p16"/>
          <p:cNvSpPr txBox="1"/>
          <p:nvPr>
            <p:ph idx="1" type="subTitle"/>
          </p:nvPr>
        </p:nvSpPr>
        <p:spPr>
          <a:xfrm>
            <a:off x="713225" y="2557063"/>
            <a:ext cx="2901000" cy="1074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16"/>
          <p:cNvSpPr/>
          <p:nvPr/>
        </p:nvSpPr>
        <p:spPr>
          <a:xfrm>
            <a:off x="3578850" y="4595150"/>
            <a:ext cx="5561919" cy="8977"/>
          </a:xfrm>
          <a:custGeom>
            <a:rect b="b" l="l" r="r" t="t"/>
            <a:pathLst>
              <a:path extrusionOk="0" h="9525" w="4558950">
                <a:moveTo>
                  <a:pt x="0" y="0"/>
                </a:moveTo>
                <a:lnTo>
                  <a:pt x="4558951" y="0"/>
                </a:lnTo>
              </a:path>
            </a:pathLst>
          </a:custGeom>
          <a:noFill/>
          <a:ln cap="rnd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2">
  <p:cSld name="CUSTOM_4_1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7"/>
          <p:cNvSpPr txBox="1"/>
          <p:nvPr>
            <p:ph type="title"/>
          </p:nvPr>
        </p:nvSpPr>
        <p:spPr>
          <a:xfrm>
            <a:off x="4439961" y="1853963"/>
            <a:ext cx="3593400" cy="6441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24" name="Google Shape;124;p17"/>
          <p:cNvSpPr txBox="1"/>
          <p:nvPr>
            <p:ph idx="1" type="subTitle"/>
          </p:nvPr>
        </p:nvSpPr>
        <p:spPr>
          <a:xfrm>
            <a:off x="4440136" y="2497988"/>
            <a:ext cx="3593400" cy="95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17"/>
          <p:cNvSpPr/>
          <p:nvPr/>
        </p:nvSpPr>
        <p:spPr>
          <a:xfrm>
            <a:off x="3578850" y="4595150"/>
            <a:ext cx="5561919" cy="8977"/>
          </a:xfrm>
          <a:custGeom>
            <a:rect b="b" l="l" r="r" t="t"/>
            <a:pathLst>
              <a:path extrusionOk="0" h="9525" w="4558950">
                <a:moveTo>
                  <a:pt x="0" y="0"/>
                </a:moveTo>
                <a:lnTo>
                  <a:pt x="4558951" y="0"/>
                </a:lnTo>
              </a:path>
            </a:pathLst>
          </a:custGeom>
          <a:noFill/>
          <a:ln cap="rnd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126" name="Google Shape;126;p17"/>
          <p:cNvGrpSpPr/>
          <p:nvPr/>
        </p:nvGrpSpPr>
        <p:grpSpPr>
          <a:xfrm flipH="1">
            <a:off x="7395245" y="539498"/>
            <a:ext cx="2061042" cy="4055644"/>
            <a:chOff x="4120038" y="942080"/>
            <a:chExt cx="2189337" cy="4308099"/>
          </a:xfrm>
        </p:grpSpPr>
        <p:sp>
          <p:nvSpPr>
            <p:cNvPr id="127" name="Google Shape;127;p17"/>
            <p:cNvSpPr/>
            <p:nvPr/>
          </p:nvSpPr>
          <p:spPr>
            <a:xfrm>
              <a:off x="4120038" y="1762791"/>
              <a:ext cx="1384077" cy="806196"/>
            </a:xfrm>
            <a:custGeom>
              <a:rect b="b" l="l" r="r" t="t"/>
              <a:pathLst>
                <a:path extrusionOk="0" h="806196" w="1384077">
                  <a:moveTo>
                    <a:pt x="1384078" y="806196"/>
                  </a:moveTo>
                  <a:lnTo>
                    <a:pt x="0" y="806196"/>
                  </a:lnTo>
                  <a:lnTo>
                    <a:pt x="0" y="0"/>
                  </a:lnTo>
                  <a:lnTo>
                    <a:pt x="1384078" y="0"/>
                  </a:lnTo>
                  <a:lnTo>
                    <a:pt x="1384078" y="806196"/>
                  </a:lnTo>
                  <a:close/>
                  <a:moveTo>
                    <a:pt x="65913" y="740283"/>
                  </a:moveTo>
                  <a:lnTo>
                    <a:pt x="1318165" y="740283"/>
                  </a:lnTo>
                  <a:lnTo>
                    <a:pt x="1318165" y="65913"/>
                  </a:lnTo>
                  <a:lnTo>
                    <a:pt x="65913" y="65913"/>
                  </a:lnTo>
                  <a:lnTo>
                    <a:pt x="65913" y="740283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28" name="Google Shape;128;p17"/>
            <p:cNvSpPr/>
            <p:nvPr/>
          </p:nvSpPr>
          <p:spPr>
            <a:xfrm>
              <a:off x="4520469" y="2332005"/>
              <a:ext cx="583311" cy="31051"/>
            </a:xfrm>
            <a:custGeom>
              <a:rect b="b" l="l" r="r" t="t"/>
              <a:pathLst>
                <a:path extrusionOk="0" h="31051" w="583311">
                  <a:moveTo>
                    <a:pt x="567785" y="31051"/>
                  </a:moveTo>
                  <a:lnTo>
                    <a:pt x="15526" y="31051"/>
                  </a:lnTo>
                  <a:cubicBezTo>
                    <a:pt x="6953" y="31051"/>
                    <a:pt x="0" y="24098"/>
                    <a:pt x="0" y="15526"/>
                  </a:cubicBezTo>
                  <a:lnTo>
                    <a:pt x="0" y="15526"/>
                  </a:lnTo>
                  <a:cubicBezTo>
                    <a:pt x="0" y="6953"/>
                    <a:pt x="6953" y="0"/>
                    <a:pt x="15526" y="0"/>
                  </a:cubicBezTo>
                  <a:lnTo>
                    <a:pt x="567785" y="0"/>
                  </a:lnTo>
                  <a:cubicBezTo>
                    <a:pt x="576358" y="0"/>
                    <a:pt x="583311" y="6953"/>
                    <a:pt x="583311" y="15526"/>
                  </a:cubicBezTo>
                  <a:lnTo>
                    <a:pt x="583311" y="15526"/>
                  </a:lnTo>
                  <a:cubicBezTo>
                    <a:pt x="583311" y="24098"/>
                    <a:pt x="576358" y="31051"/>
                    <a:pt x="567785" y="3105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29" name="Google Shape;129;p17"/>
            <p:cNvGrpSpPr/>
            <p:nvPr/>
          </p:nvGrpSpPr>
          <p:grpSpPr>
            <a:xfrm>
              <a:off x="4552950" y="2363057"/>
              <a:ext cx="518254" cy="467486"/>
              <a:chOff x="4552950" y="2363057"/>
              <a:chExt cx="518254" cy="467486"/>
            </a:xfrm>
          </p:grpSpPr>
          <p:sp>
            <p:nvSpPr>
              <p:cNvPr id="130" name="Google Shape;130;p17"/>
              <p:cNvSpPr/>
              <p:nvPr/>
            </p:nvSpPr>
            <p:spPr>
              <a:xfrm>
                <a:off x="4552950" y="2363057"/>
                <a:ext cx="113347" cy="467486"/>
              </a:xfrm>
              <a:custGeom>
                <a:rect b="b" l="l" r="r" t="t"/>
                <a:pathLst>
                  <a:path extrusionOk="0" h="467486" w="113347">
                    <a:moveTo>
                      <a:pt x="0" y="0"/>
                    </a:moveTo>
                    <a:lnTo>
                      <a:pt x="113348" y="467487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1" name="Google Shape;131;p17"/>
              <p:cNvSpPr/>
              <p:nvPr/>
            </p:nvSpPr>
            <p:spPr>
              <a:xfrm>
                <a:off x="4957857" y="2363057"/>
                <a:ext cx="113347" cy="467486"/>
              </a:xfrm>
              <a:custGeom>
                <a:rect b="b" l="l" r="r" t="t"/>
                <a:pathLst>
                  <a:path extrusionOk="0" h="467486" w="113347">
                    <a:moveTo>
                      <a:pt x="113348" y="0"/>
                    </a:moveTo>
                    <a:lnTo>
                      <a:pt x="0" y="467487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2" name="Google Shape;132;p17"/>
              <p:cNvSpPr/>
              <p:nvPr/>
            </p:nvSpPr>
            <p:spPr>
              <a:xfrm>
                <a:off x="4921472" y="2363057"/>
                <a:ext cx="84963" cy="467486"/>
              </a:xfrm>
              <a:custGeom>
                <a:rect b="b" l="l" r="r" t="t"/>
                <a:pathLst>
                  <a:path extrusionOk="0" h="467486" w="84963">
                    <a:moveTo>
                      <a:pt x="84963" y="0"/>
                    </a:moveTo>
                    <a:lnTo>
                      <a:pt x="0" y="467487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3" name="Google Shape;133;p17"/>
              <p:cNvSpPr/>
              <p:nvPr/>
            </p:nvSpPr>
            <p:spPr>
              <a:xfrm>
                <a:off x="4884991" y="2363057"/>
                <a:ext cx="56673" cy="467486"/>
              </a:xfrm>
              <a:custGeom>
                <a:rect b="b" l="l" r="r" t="t"/>
                <a:pathLst>
                  <a:path extrusionOk="0" h="467486" w="56673">
                    <a:moveTo>
                      <a:pt x="56674" y="0"/>
                    </a:moveTo>
                    <a:lnTo>
                      <a:pt x="0" y="467487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4" name="Google Shape;134;p17"/>
              <p:cNvSpPr/>
              <p:nvPr/>
            </p:nvSpPr>
            <p:spPr>
              <a:xfrm>
                <a:off x="4848510" y="2363057"/>
                <a:ext cx="28384" cy="467486"/>
              </a:xfrm>
              <a:custGeom>
                <a:rect b="b" l="l" r="r" t="t"/>
                <a:pathLst>
                  <a:path extrusionOk="0" h="467486" w="28384">
                    <a:moveTo>
                      <a:pt x="28385" y="0"/>
                    </a:moveTo>
                    <a:lnTo>
                      <a:pt x="0" y="467487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5" name="Google Shape;135;p17"/>
              <p:cNvSpPr/>
              <p:nvPr/>
            </p:nvSpPr>
            <p:spPr>
              <a:xfrm>
                <a:off x="4812125" y="2363057"/>
                <a:ext cx="9525" cy="467486"/>
              </a:xfrm>
              <a:custGeom>
                <a:rect b="b" l="l" r="r" t="t"/>
                <a:pathLst>
                  <a:path extrusionOk="0" h="467486" w="9525">
                    <a:moveTo>
                      <a:pt x="0" y="0"/>
                    </a:moveTo>
                    <a:lnTo>
                      <a:pt x="0" y="467487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6" name="Google Shape;136;p17"/>
              <p:cNvSpPr/>
              <p:nvPr/>
            </p:nvSpPr>
            <p:spPr>
              <a:xfrm>
                <a:off x="4747355" y="2363057"/>
                <a:ext cx="28289" cy="467486"/>
              </a:xfrm>
              <a:custGeom>
                <a:rect b="b" l="l" r="r" t="t"/>
                <a:pathLst>
                  <a:path extrusionOk="0" h="467486" w="28289">
                    <a:moveTo>
                      <a:pt x="0" y="0"/>
                    </a:moveTo>
                    <a:lnTo>
                      <a:pt x="28289" y="467487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7" name="Google Shape;137;p17"/>
              <p:cNvSpPr/>
              <p:nvPr/>
            </p:nvSpPr>
            <p:spPr>
              <a:xfrm>
                <a:off x="4682490" y="2363057"/>
                <a:ext cx="56769" cy="467486"/>
              </a:xfrm>
              <a:custGeom>
                <a:rect b="b" l="l" r="r" t="t"/>
                <a:pathLst>
                  <a:path extrusionOk="0" h="467486" w="56769">
                    <a:moveTo>
                      <a:pt x="0" y="0"/>
                    </a:moveTo>
                    <a:lnTo>
                      <a:pt x="56769" y="467487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38" name="Google Shape;138;p17"/>
              <p:cNvSpPr/>
              <p:nvPr/>
            </p:nvSpPr>
            <p:spPr>
              <a:xfrm>
                <a:off x="4617720" y="2363057"/>
                <a:ext cx="85058" cy="467486"/>
              </a:xfrm>
              <a:custGeom>
                <a:rect b="b" l="l" r="r" t="t"/>
                <a:pathLst>
                  <a:path extrusionOk="0" h="467486" w="85058">
                    <a:moveTo>
                      <a:pt x="0" y="0"/>
                    </a:moveTo>
                    <a:lnTo>
                      <a:pt x="85058" y="467487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39" name="Google Shape;139;p17"/>
            <p:cNvSpPr/>
            <p:nvPr/>
          </p:nvSpPr>
          <p:spPr>
            <a:xfrm>
              <a:off x="4775644" y="2568987"/>
              <a:ext cx="72866" cy="2681192"/>
            </a:xfrm>
            <a:custGeom>
              <a:rect b="b" l="l" r="r" t="t"/>
              <a:pathLst>
                <a:path extrusionOk="0" h="2681192" w="72866">
                  <a:moveTo>
                    <a:pt x="0" y="0"/>
                  </a:moveTo>
                  <a:lnTo>
                    <a:pt x="72866" y="0"/>
                  </a:lnTo>
                  <a:lnTo>
                    <a:pt x="72866" y="2681192"/>
                  </a:lnTo>
                  <a:lnTo>
                    <a:pt x="0" y="2681192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40" name="Google Shape;140;p17"/>
            <p:cNvGrpSpPr/>
            <p:nvPr/>
          </p:nvGrpSpPr>
          <p:grpSpPr>
            <a:xfrm>
              <a:off x="5689536" y="942080"/>
              <a:ext cx="619839" cy="619839"/>
              <a:chOff x="5689536" y="942080"/>
              <a:chExt cx="619839" cy="619839"/>
            </a:xfrm>
          </p:grpSpPr>
          <p:sp>
            <p:nvSpPr>
              <p:cNvPr id="141" name="Google Shape;141;p17"/>
              <p:cNvSpPr/>
              <p:nvPr/>
            </p:nvSpPr>
            <p:spPr>
              <a:xfrm flipH="1" rot="4672513">
                <a:off x="5738522" y="991066"/>
                <a:ext cx="521867" cy="521867"/>
              </a:xfrm>
              <a:custGeom>
                <a:rect b="b" l="l" r="r" t="t"/>
                <a:pathLst>
                  <a:path extrusionOk="0" h="521970" w="521970">
                    <a:moveTo>
                      <a:pt x="521970" y="260985"/>
                    </a:moveTo>
                    <a:cubicBezTo>
                      <a:pt x="521970" y="405123"/>
                      <a:pt x="405123" y="521970"/>
                      <a:pt x="260985" y="521970"/>
                    </a:cubicBezTo>
                    <a:cubicBezTo>
                      <a:pt x="116847" y="521970"/>
                      <a:pt x="0" y="405123"/>
                      <a:pt x="0" y="260985"/>
                    </a:cubicBezTo>
                    <a:cubicBezTo>
                      <a:pt x="0" y="116847"/>
                      <a:pt x="116847" y="0"/>
                      <a:pt x="260985" y="0"/>
                    </a:cubicBezTo>
                    <a:cubicBezTo>
                      <a:pt x="405123" y="0"/>
                      <a:pt x="521970" y="116847"/>
                      <a:pt x="521970" y="260985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42" name="Google Shape;142;p17"/>
              <p:cNvSpPr/>
              <p:nvPr/>
            </p:nvSpPr>
            <p:spPr>
              <a:xfrm flipH="1">
                <a:off x="5883938" y="1091584"/>
                <a:ext cx="115252" cy="160591"/>
              </a:xfrm>
              <a:custGeom>
                <a:rect b="b" l="l" r="r" t="t"/>
                <a:pathLst>
                  <a:path extrusionOk="0" h="160591" w="115252">
                    <a:moveTo>
                      <a:pt x="0" y="0"/>
                    </a:moveTo>
                    <a:lnTo>
                      <a:pt x="0" y="160592"/>
                    </a:lnTo>
                    <a:lnTo>
                      <a:pt x="115253" y="109061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3">
  <p:cSld name="CUSTOM_4_1_1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45" name="Google Shape;145;p18"/>
          <p:cNvSpPr txBox="1"/>
          <p:nvPr>
            <p:ph idx="1" type="body"/>
          </p:nvPr>
        </p:nvSpPr>
        <p:spPr>
          <a:xfrm>
            <a:off x="720000" y="1215750"/>
            <a:ext cx="7750200" cy="102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Char char="●"/>
              <a:defRPr sz="1300"/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Char char="■"/>
              <a:defRPr/>
            </a:lvl9pPr>
          </a:lstStyle>
          <a:p/>
        </p:txBody>
      </p:sp>
      <p:sp>
        <p:nvSpPr>
          <p:cNvPr id="146" name="Google Shape;146;p18"/>
          <p:cNvSpPr/>
          <p:nvPr/>
        </p:nvSpPr>
        <p:spPr>
          <a:xfrm>
            <a:off x="759403" y="4590599"/>
            <a:ext cx="8377071" cy="13525"/>
          </a:xfrm>
          <a:custGeom>
            <a:rect b="b" l="l" r="r" t="t"/>
            <a:pathLst>
              <a:path extrusionOk="0" h="9525" w="4558950">
                <a:moveTo>
                  <a:pt x="0" y="0"/>
                </a:moveTo>
                <a:lnTo>
                  <a:pt x="4558951" y="0"/>
                </a:lnTo>
              </a:path>
            </a:pathLst>
          </a:custGeom>
          <a:noFill/>
          <a:ln cap="rnd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1">
  <p:cSld name="TITLE_AND_TWO_COLUMNS_1"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1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49" name="Google Shape;149;p19"/>
          <p:cNvSpPr txBox="1"/>
          <p:nvPr>
            <p:ph idx="1" type="subTitle"/>
          </p:nvPr>
        </p:nvSpPr>
        <p:spPr>
          <a:xfrm>
            <a:off x="4616575" y="2843426"/>
            <a:ext cx="2792100" cy="11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19"/>
          <p:cNvSpPr txBox="1"/>
          <p:nvPr>
            <p:ph idx="2" type="subTitle"/>
          </p:nvPr>
        </p:nvSpPr>
        <p:spPr>
          <a:xfrm>
            <a:off x="1096250" y="2843426"/>
            <a:ext cx="2792100" cy="1119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1" name="Google Shape;151;p19"/>
          <p:cNvSpPr txBox="1"/>
          <p:nvPr>
            <p:ph idx="3" type="subTitle"/>
          </p:nvPr>
        </p:nvSpPr>
        <p:spPr>
          <a:xfrm>
            <a:off x="1096250" y="2446100"/>
            <a:ext cx="2792100" cy="48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200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52" name="Google Shape;152;p19"/>
          <p:cNvSpPr txBox="1"/>
          <p:nvPr>
            <p:ph idx="4" type="subTitle"/>
          </p:nvPr>
        </p:nvSpPr>
        <p:spPr>
          <a:xfrm>
            <a:off x="4616590" y="2446100"/>
            <a:ext cx="2792100" cy="488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200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153" name="Google Shape;153;p19"/>
          <p:cNvSpPr/>
          <p:nvPr/>
        </p:nvSpPr>
        <p:spPr>
          <a:xfrm>
            <a:off x="3578850" y="4595150"/>
            <a:ext cx="5561919" cy="8977"/>
          </a:xfrm>
          <a:custGeom>
            <a:rect b="b" l="l" r="r" t="t"/>
            <a:pathLst>
              <a:path extrusionOk="0" h="9525" w="4558950">
                <a:moveTo>
                  <a:pt x="0" y="0"/>
                </a:moveTo>
                <a:lnTo>
                  <a:pt x="4558951" y="0"/>
                </a:lnTo>
              </a:path>
            </a:pathLst>
          </a:custGeom>
          <a:noFill/>
          <a:ln cap="rnd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2">
  <p:cSld name="TITLE_AND_TWO_COLUMNS_1_1"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2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56" name="Google Shape;156;p20"/>
          <p:cNvSpPr txBox="1"/>
          <p:nvPr>
            <p:ph idx="1" type="subTitle"/>
          </p:nvPr>
        </p:nvSpPr>
        <p:spPr>
          <a:xfrm>
            <a:off x="4344897" y="1905100"/>
            <a:ext cx="3254100" cy="18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20"/>
          <p:cNvSpPr txBox="1"/>
          <p:nvPr>
            <p:ph idx="2" type="subTitle"/>
          </p:nvPr>
        </p:nvSpPr>
        <p:spPr>
          <a:xfrm>
            <a:off x="723120" y="1905100"/>
            <a:ext cx="3254100" cy="1890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b="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grpSp>
        <p:nvGrpSpPr>
          <p:cNvPr id="158" name="Google Shape;158;p20"/>
          <p:cNvGrpSpPr/>
          <p:nvPr/>
        </p:nvGrpSpPr>
        <p:grpSpPr>
          <a:xfrm>
            <a:off x="3578850" y="1312115"/>
            <a:ext cx="5801237" cy="3292012"/>
            <a:chOff x="3578850" y="1312115"/>
            <a:chExt cx="5801237" cy="3292012"/>
          </a:xfrm>
        </p:grpSpPr>
        <p:grpSp>
          <p:nvGrpSpPr>
            <p:cNvPr id="159" name="Google Shape;159;p20"/>
            <p:cNvGrpSpPr/>
            <p:nvPr/>
          </p:nvGrpSpPr>
          <p:grpSpPr>
            <a:xfrm flipH="1">
              <a:off x="8077117" y="1312115"/>
              <a:ext cx="1302970" cy="3283027"/>
              <a:chOff x="4120038" y="1762791"/>
              <a:chExt cx="1384077" cy="3487388"/>
            </a:xfrm>
          </p:grpSpPr>
          <p:sp>
            <p:nvSpPr>
              <p:cNvPr id="160" name="Google Shape;160;p20"/>
              <p:cNvSpPr/>
              <p:nvPr/>
            </p:nvSpPr>
            <p:spPr>
              <a:xfrm>
                <a:off x="4120038" y="1762791"/>
                <a:ext cx="1384077" cy="806196"/>
              </a:xfrm>
              <a:custGeom>
                <a:rect b="b" l="l" r="r" t="t"/>
                <a:pathLst>
                  <a:path extrusionOk="0" h="806196" w="1384077">
                    <a:moveTo>
                      <a:pt x="1384078" y="806196"/>
                    </a:moveTo>
                    <a:lnTo>
                      <a:pt x="0" y="806196"/>
                    </a:lnTo>
                    <a:lnTo>
                      <a:pt x="0" y="0"/>
                    </a:lnTo>
                    <a:lnTo>
                      <a:pt x="1384078" y="0"/>
                    </a:lnTo>
                    <a:lnTo>
                      <a:pt x="1384078" y="806196"/>
                    </a:lnTo>
                    <a:close/>
                    <a:moveTo>
                      <a:pt x="65913" y="740283"/>
                    </a:moveTo>
                    <a:lnTo>
                      <a:pt x="1318165" y="740283"/>
                    </a:lnTo>
                    <a:lnTo>
                      <a:pt x="1318165" y="65913"/>
                    </a:lnTo>
                    <a:lnTo>
                      <a:pt x="65913" y="65913"/>
                    </a:lnTo>
                    <a:lnTo>
                      <a:pt x="65913" y="740283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61" name="Google Shape;161;p20"/>
              <p:cNvSpPr/>
              <p:nvPr/>
            </p:nvSpPr>
            <p:spPr>
              <a:xfrm>
                <a:off x="4520469" y="2332005"/>
                <a:ext cx="583311" cy="31051"/>
              </a:xfrm>
              <a:custGeom>
                <a:rect b="b" l="l" r="r" t="t"/>
                <a:pathLst>
                  <a:path extrusionOk="0" h="31051" w="583311">
                    <a:moveTo>
                      <a:pt x="567785" y="31051"/>
                    </a:moveTo>
                    <a:lnTo>
                      <a:pt x="15526" y="31051"/>
                    </a:lnTo>
                    <a:cubicBezTo>
                      <a:pt x="6953" y="31051"/>
                      <a:pt x="0" y="24098"/>
                      <a:pt x="0" y="15526"/>
                    </a:cubicBezTo>
                    <a:lnTo>
                      <a:pt x="0" y="15526"/>
                    </a:lnTo>
                    <a:cubicBezTo>
                      <a:pt x="0" y="6953"/>
                      <a:pt x="6953" y="0"/>
                      <a:pt x="15526" y="0"/>
                    </a:cubicBezTo>
                    <a:lnTo>
                      <a:pt x="567785" y="0"/>
                    </a:lnTo>
                    <a:cubicBezTo>
                      <a:pt x="576358" y="0"/>
                      <a:pt x="583311" y="6953"/>
                      <a:pt x="583311" y="15526"/>
                    </a:cubicBezTo>
                    <a:lnTo>
                      <a:pt x="583311" y="15526"/>
                    </a:lnTo>
                    <a:cubicBezTo>
                      <a:pt x="583311" y="24098"/>
                      <a:pt x="576358" y="31051"/>
                      <a:pt x="567785" y="3105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62" name="Google Shape;162;p20"/>
              <p:cNvGrpSpPr/>
              <p:nvPr/>
            </p:nvGrpSpPr>
            <p:grpSpPr>
              <a:xfrm>
                <a:off x="4552950" y="2363057"/>
                <a:ext cx="518254" cy="467486"/>
                <a:chOff x="4552950" y="2363057"/>
                <a:chExt cx="518254" cy="467486"/>
              </a:xfrm>
            </p:grpSpPr>
            <p:sp>
              <p:nvSpPr>
                <p:cNvPr id="163" name="Google Shape;163;p20"/>
                <p:cNvSpPr/>
                <p:nvPr/>
              </p:nvSpPr>
              <p:spPr>
                <a:xfrm>
                  <a:off x="4552950" y="2363057"/>
                  <a:ext cx="113347" cy="467486"/>
                </a:xfrm>
                <a:custGeom>
                  <a:rect b="b" l="l" r="r" t="t"/>
                  <a:pathLst>
                    <a:path extrusionOk="0" h="467486" w="113347">
                      <a:moveTo>
                        <a:pt x="0" y="0"/>
                      </a:moveTo>
                      <a:lnTo>
                        <a:pt x="113348" y="467487"/>
                      </a:lnTo>
                    </a:path>
                  </a:pathLst>
                </a:custGeom>
                <a:noFill/>
                <a:ln cap="flat" cmpd="sng" w="9525">
                  <a:solidFill>
                    <a:schemeClr val="accen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4" name="Google Shape;164;p20"/>
                <p:cNvSpPr/>
                <p:nvPr/>
              </p:nvSpPr>
              <p:spPr>
                <a:xfrm>
                  <a:off x="4957857" y="2363057"/>
                  <a:ext cx="113347" cy="467486"/>
                </a:xfrm>
                <a:custGeom>
                  <a:rect b="b" l="l" r="r" t="t"/>
                  <a:pathLst>
                    <a:path extrusionOk="0" h="467486" w="113347">
                      <a:moveTo>
                        <a:pt x="113348" y="0"/>
                      </a:moveTo>
                      <a:lnTo>
                        <a:pt x="0" y="467487"/>
                      </a:lnTo>
                    </a:path>
                  </a:pathLst>
                </a:custGeom>
                <a:noFill/>
                <a:ln cap="flat" cmpd="sng" w="9525">
                  <a:solidFill>
                    <a:schemeClr val="accen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5" name="Google Shape;165;p20"/>
                <p:cNvSpPr/>
                <p:nvPr/>
              </p:nvSpPr>
              <p:spPr>
                <a:xfrm>
                  <a:off x="4921472" y="2363057"/>
                  <a:ext cx="84963" cy="467486"/>
                </a:xfrm>
                <a:custGeom>
                  <a:rect b="b" l="l" r="r" t="t"/>
                  <a:pathLst>
                    <a:path extrusionOk="0" h="467486" w="84963">
                      <a:moveTo>
                        <a:pt x="84963" y="0"/>
                      </a:moveTo>
                      <a:lnTo>
                        <a:pt x="0" y="467487"/>
                      </a:lnTo>
                    </a:path>
                  </a:pathLst>
                </a:custGeom>
                <a:noFill/>
                <a:ln cap="flat" cmpd="sng" w="9525">
                  <a:solidFill>
                    <a:schemeClr val="accen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6" name="Google Shape;166;p20"/>
                <p:cNvSpPr/>
                <p:nvPr/>
              </p:nvSpPr>
              <p:spPr>
                <a:xfrm>
                  <a:off x="4884991" y="2363057"/>
                  <a:ext cx="56673" cy="467486"/>
                </a:xfrm>
                <a:custGeom>
                  <a:rect b="b" l="l" r="r" t="t"/>
                  <a:pathLst>
                    <a:path extrusionOk="0" h="467486" w="56673">
                      <a:moveTo>
                        <a:pt x="56674" y="0"/>
                      </a:moveTo>
                      <a:lnTo>
                        <a:pt x="0" y="467487"/>
                      </a:lnTo>
                    </a:path>
                  </a:pathLst>
                </a:custGeom>
                <a:noFill/>
                <a:ln cap="flat" cmpd="sng" w="9525">
                  <a:solidFill>
                    <a:schemeClr val="accen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7" name="Google Shape;167;p20"/>
                <p:cNvSpPr/>
                <p:nvPr/>
              </p:nvSpPr>
              <p:spPr>
                <a:xfrm>
                  <a:off x="4848510" y="2363057"/>
                  <a:ext cx="28384" cy="467486"/>
                </a:xfrm>
                <a:custGeom>
                  <a:rect b="b" l="l" r="r" t="t"/>
                  <a:pathLst>
                    <a:path extrusionOk="0" h="467486" w="28384">
                      <a:moveTo>
                        <a:pt x="28385" y="0"/>
                      </a:moveTo>
                      <a:lnTo>
                        <a:pt x="0" y="467487"/>
                      </a:lnTo>
                    </a:path>
                  </a:pathLst>
                </a:custGeom>
                <a:noFill/>
                <a:ln cap="flat" cmpd="sng" w="9525">
                  <a:solidFill>
                    <a:schemeClr val="accen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8" name="Google Shape;168;p20"/>
                <p:cNvSpPr/>
                <p:nvPr/>
              </p:nvSpPr>
              <p:spPr>
                <a:xfrm>
                  <a:off x="4812125" y="2363057"/>
                  <a:ext cx="9525" cy="467486"/>
                </a:xfrm>
                <a:custGeom>
                  <a:rect b="b" l="l" r="r" t="t"/>
                  <a:pathLst>
                    <a:path extrusionOk="0" h="467486" w="9525">
                      <a:moveTo>
                        <a:pt x="0" y="0"/>
                      </a:moveTo>
                      <a:lnTo>
                        <a:pt x="0" y="467487"/>
                      </a:lnTo>
                    </a:path>
                  </a:pathLst>
                </a:custGeom>
                <a:noFill/>
                <a:ln cap="flat" cmpd="sng" w="9525">
                  <a:solidFill>
                    <a:schemeClr val="accen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69" name="Google Shape;169;p20"/>
                <p:cNvSpPr/>
                <p:nvPr/>
              </p:nvSpPr>
              <p:spPr>
                <a:xfrm>
                  <a:off x="4747355" y="2363057"/>
                  <a:ext cx="28289" cy="467486"/>
                </a:xfrm>
                <a:custGeom>
                  <a:rect b="b" l="l" r="r" t="t"/>
                  <a:pathLst>
                    <a:path extrusionOk="0" h="467486" w="28289">
                      <a:moveTo>
                        <a:pt x="0" y="0"/>
                      </a:moveTo>
                      <a:lnTo>
                        <a:pt x="28289" y="467487"/>
                      </a:lnTo>
                    </a:path>
                  </a:pathLst>
                </a:custGeom>
                <a:noFill/>
                <a:ln cap="flat" cmpd="sng" w="9525">
                  <a:solidFill>
                    <a:schemeClr val="accen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0" name="Google Shape;170;p20"/>
                <p:cNvSpPr/>
                <p:nvPr/>
              </p:nvSpPr>
              <p:spPr>
                <a:xfrm>
                  <a:off x="4682490" y="2363057"/>
                  <a:ext cx="56769" cy="467486"/>
                </a:xfrm>
                <a:custGeom>
                  <a:rect b="b" l="l" r="r" t="t"/>
                  <a:pathLst>
                    <a:path extrusionOk="0" h="467486" w="56769">
                      <a:moveTo>
                        <a:pt x="0" y="0"/>
                      </a:moveTo>
                      <a:lnTo>
                        <a:pt x="56769" y="467487"/>
                      </a:lnTo>
                    </a:path>
                  </a:pathLst>
                </a:custGeom>
                <a:noFill/>
                <a:ln cap="flat" cmpd="sng" w="9525">
                  <a:solidFill>
                    <a:schemeClr val="accen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71" name="Google Shape;171;p20"/>
                <p:cNvSpPr/>
                <p:nvPr/>
              </p:nvSpPr>
              <p:spPr>
                <a:xfrm>
                  <a:off x="4617720" y="2363057"/>
                  <a:ext cx="85058" cy="467486"/>
                </a:xfrm>
                <a:custGeom>
                  <a:rect b="b" l="l" r="r" t="t"/>
                  <a:pathLst>
                    <a:path extrusionOk="0" h="467486" w="85058">
                      <a:moveTo>
                        <a:pt x="0" y="0"/>
                      </a:moveTo>
                      <a:lnTo>
                        <a:pt x="85058" y="467487"/>
                      </a:lnTo>
                    </a:path>
                  </a:pathLst>
                </a:custGeom>
                <a:noFill/>
                <a:ln cap="flat" cmpd="sng" w="9525">
                  <a:solidFill>
                    <a:schemeClr val="accen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72" name="Google Shape;172;p20"/>
              <p:cNvSpPr/>
              <p:nvPr/>
            </p:nvSpPr>
            <p:spPr>
              <a:xfrm>
                <a:off x="4775644" y="2568987"/>
                <a:ext cx="72866" cy="2681192"/>
              </a:xfrm>
              <a:custGeom>
                <a:rect b="b" l="l" r="r" t="t"/>
                <a:pathLst>
                  <a:path extrusionOk="0" h="2681192" w="72866">
                    <a:moveTo>
                      <a:pt x="0" y="0"/>
                    </a:moveTo>
                    <a:lnTo>
                      <a:pt x="72866" y="0"/>
                    </a:lnTo>
                    <a:lnTo>
                      <a:pt x="72866" y="2681192"/>
                    </a:lnTo>
                    <a:lnTo>
                      <a:pt x="0" y="2681192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73" name="Google Shape;173;p20"/>
            <p:cNvSpPr/>
            <p:nvPr/>
          </p:nvSpPr>
          <p:spPr>
            <a:xfrm>
              <a:off x="3578850" y="4595150"/>
              <a:ext cx="5561919" cy="8977"/>
            </a:xfrm>
            <a:custGeom>
              <a:rect b="b" l="l" r="r" t="t"/>
              <a:pathLst>
                <a:path extrusionOk="0" h="9525" w="4558950">
                  <a:moveTo>
                    <a:pt x="0" y="0"/>
                  </a:moveTo>
                  <a:lnTo>
                    <a:pt x="4558951" y="0"/>
                  </a:lnTo>
                </a:path>
              </a:pathLst>
            </a:custGeom>
            <a:noFill/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74" name="Google Shape;174;p20"/>
            <p:cNvGrpSpPr/>
            <p:nvPr/>
          </p:nvGrpSpPr>
          <p:grpSpPr>
            <a:xfrm>
              <a:off x="8311846" y="4056002"/>
              <a:ext cx="542654" cy="539139"/>
              <a:chOff x="1191959" y="3692252"/>
              <a:chExt cx="542654" cy="539139"/>
            </a:xfrm>
          </p:grpSpPr>
          <p:sp>
            <p:nvSpPr>
              <p:cNvPr id="175" name="Google Shape;175;p20"/>
              <p:cNvSpPr/>
              <p:nvPr/>
            </p:nvSpPr>
            <p:spPr>
              <a:xfrm>
                <a:off x="1199977" y="3696003"/>
                <a:ext cx="531052" cy="531076"/>
              </a:xfrm>
              <a:custGeom>
                <a:rect b="b" l="l" r="r" t="t"/>
                <a:pathLst>
                  <a:path extrusionOk="0" h="9345" w="9338">
                    <a:moveTo>
                      <a:pt x="4672" y="1"/>
                    </a:moveTo>
                    <a:cubicBezTo>
                      <a:pt x="2091" y="1"/>
                      <a:pt x="0" y="2091"/>
                      <a:pt x="0" y="4673"/>
                    </a:cubicBezTo>
                    <a:cubicBezTo>
                      <a:pt x="0" y="7247"/>
                      <a:pt x="2091" y="9344"/>
                      <a:pt x="4672" y="9344"/>
                    </a:cubicBezTo>
                    <a:cubicBezTo>
                      <a:pt x="7247" y="9344"/>
                      <a:pt x="9337" y="7247"/>
                      <a:pt x="9337" y="4673"/>
                    </a:cubicBezTo>
                    <a:cubicBezTo>
                      <a:pt x="9337" y="2091"/>
                      <a:pt x="7247" y="1"/>
                      <a:pt x="467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6" name="Google Shape;176;p20"/>
              <p:cNvSpPr/>
              <p:nvPr/>
            </p:nvSpPr>
            <p:spPr>
              <a:xfrm>
                <a:off x="1422510" y="3882568"/>
                <a:ext cx="312103" cy="348823"/>
              </a:xfrm>
              <a:custGeom>
                <a:rect b="b" l="l" r="r" t="t"/>
                <a:pathLst>
                  <a:path extrusionOk="0" h="6138" w="5488">
                    <a:moveTo>
                      <a:pt x="3847" y="0"/>
                    </a:moveTo>
                    <a:cubicBezTo>
                      <a:pt x="3318" y="0"/>
                      <a:pt x="2779" y="125"/>
                      <a:pt x="2295" y="376"/>
                    </a:cubicBezTo>
                    <a:cubicBezTo>
                      <a:pt x="1358" y="854"/>
                      <a:pt x="631" y="1766"/>
                      <a:pt x="293" y="2862"/>
                    </a:cubicBezTo>
                    <a:cubicBezTo>
                      <a:pt x="0" y="3850"/>
                      <a:pt x="13" y="4965"/>
                      <a:pt x="332" y="6087"/>
                    </a:cubicBezTo>
                    <a:cubicBezTo>
                      <a:pt x="344" y="6119"/>
                      <a:pt x="370" y="6138"/>
                      <a:pt x="402" y="6138"/>
                    </a:cubicBezTo>
                    <a:cubicBezTo>
                      <a:pt x="408" y="6138"/>
                      <a:pt x="415" y="6138"/>
                      <a:pt x="421" y="6131"/>
                    </a:cubicBezTo>
                    <a:cubicBezTo>
                      <a:pt x="453" y="6119"/>
                      <a:pt x="478" y="6080"/>
                      <a:pt x="466" y="6048"/>
                    </a:cubicBezTo>
                    <a:cubicBezTo>
                      <a:pt x="153" y="4952"/>
                      <a:pt x="141" y="3862"/>
                      <a:pt x="427" y="2906"/>
                    </a:cubicBezTo>
                    <a:cubicBezTo>
                      <a:pt x="752" y="1842"/>
                      <a:pt x="1453" y="963"/>
                      <a:pt x="2358" y="497"/>
                    </a:cubicBezTo>
                    <a:cubicBezTo>
                      <a:pt x="2826" y="257"/>
                      <a:pt x="3343" y="138"/>
                      <a:pt x="3850" y="138"/>
                    </a:cubicBezTo>
                    <a:cubicBezTo>
                      <a:pt x="4393" y="138"/>
                      <a:pt x="4925" y="275"/>
                      <a:pt x="5373" y="548"/>
                    </a:cubicBezTo>
                    <a:cubicBezTo>
                      <a:pt x="5385" y="555"/>
                      <a:pt x="5399" y="559"/>
                      <a:pt x="5412" y="559"/>
                    </a:cubicBezTo>
                    <a:cubicBezTo>
                      <a:pt x="5435" y="559"/>
                      <a:pt x="5457" y="549"/>
                      <a:pt x="5469" y="529"/>
                    </a:cubicBezTo>
                    <a:cubicBezTo>
                      <a:pt x="5488" y="491"/>
                      <a:pt x="5481" y="453"/>
                      <a:pt x="5450" y="434"/>
                    </a:cubicBezTo>
                    <a:cubicBezTo>
                      <a:pt x="4980" y="146"/>
                      <a:pt x="4419" y="0"/>
                      <a:pt x="384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7" name="Google Shape;177;p20"/>
              <p:cNvSpPr/>
              <p:nvPr/>
            </p:nvSpPr>
            <p:spPr>
              <a:xfrm>
                <a:off x="1261568" y="3744022"/>
                <a:ext cx="375569" cy="403379"/>
              </a:xfrm>
              <a:custGeom>
                <a:rect b="b" l="l" r="r" t="t"/>
                <a:pathLst>
                  <a:path extrusionOk="0" h="7098" w="6604">
                    <a:moveTo>
                      <a:pt x="6528" y="0"/>
                    </a:moveTo>
                    <a:cubicBezTo>
                      <a:pt x="6521" y="0"/>
                      <a:pt x="6515" y="1"/>
                      <a:pt x="6508" y="4"/>
                    </a:cubicBezTo>
                    <a:cubicBezTo>
                      <a:pt x="3321" y="947"/>
                      <a:pt x="708" y="3764"/>
                      <a:pt x="13" y="7008"/>
                    </a:cubicBezTo>
                    <a:cubicBezTo>
                      <a:pt x="1" y="7046"/>
                      <a:pt x="26" y="7084"/>
                      <a:pt x="64" y="7091"/>
                    </a:cubicBezTo>
                    <a:cubicBezTo>
                      <a:pt x="71" y="7097"/>
                      <a:pt x="77" y="7097"/>
                      <a:pt x="77" y="7097"/>
                    </a:cubicBezTo>
                    <a:cubicBezTo>
                      <a:pt x="109" y="7097"/>
                      <a:pt x="141" y="7072"/>
                      <a:pt x="147" y="7040"/>
                    </a:cubicBezTo>
                    <a:cubicBezTo>
                      <a:pt x="835" y="3840"/>
                      <a:pt x="3404" y="1062"/>
                      <a:pt x="6546" y="137"/>
                    </a:cubicBezTo>
                    <a:cubicBezTo>
                      <a:pt x="6584" y="131"/>
                      <a:pt x="6603" y="86"/>
                      <a:pt x="6591" y="55"/>
                    </a:cubicBezTo>
                    <a:cubicBezTo>
                      <a:pt x="6585" y="23"/>
                      <a:pt x="6559" y="0"/>
                      <a:pt x="652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78" name="Google Shape;178;p20"/>
              <p:cNvSpPr/>
              <p:nvPr/>
            </p:nvSpPr>
            <p:spPr>
              <a:xfrm>
                <a:off x="1191959" y="3692252"/>
                <a:ext cx="290037" cy="288526"/>
              </a:xfrm>
              <a:custGeom>
                <a:rect b="b" l="l" r="r" t="t"/>
                <a:pathLst>
                  <a:path extrusionOk="0" h="5077" w="5100">
                    <a:moveTo>
                      <a:pt x="5013" y="0"/>
                    </a:moveTo>
                    <a:cubicBezTo>
                      <a:pt x="4993" y="0"/>
                      <a:pt x="4974" y="10"/>
                      <a:pt x="4959" y="29"/>
                    </a:cubicBezTo>
                    <a:cubicBezTo>
                      <a:pt x="3838" y="1647"/>
                      <a:pt x="1881" y="3795"/>
                      <a:pt x="45" y="4949"/>
                    </a:cubicBezTo>
                    <a:cubicBezTo>
                      <a:pt x="14" y="4968"/>
                      <a:pt x="1" y="5013"/>
                      <a:pt x="26" y="5044"/>
                    </a:cubicBezTo>
                    <a:cubicBezTo>
                      <a:pt x="39" y="5064"/>
                      <a:pt x="58" y="5076"/>
                      <a:pt x="84" y="5076"/>
                    </a:cubicBezTo>
                    <a:cubicBezTo>
                      <a:pt x="96" y="5076"/>
                      <a:pt x="109" y="5076"/>
                      <a:pt x="122" y="5064"/>
                    </a:cubicBezTo>
                    <a:cubicBezTo>
                      <a:pt x="1970" y="3904"/>
                      <a:pt x="3946" y="1743"/>
                      <a:pt x="5074" y="111"/>
                    </a:cubicBezTo>
                    <a:cubicBezTo>
                      <a:pt x="5100" y="80"/>
                      <a:pt x="5087" y="35"/>
                      <a:pt x="5055" y="16"/>
                    </a:cubicBezTo>
                    <a:cubicBezTo>
                      <a:pt x="5042" y="5"/>
                      <a:pt x="5027" y="0"/>
                      <a:pt x="501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 3">
  <p:cSld name="TITLE_AND_TWO_COLUMNS_1_1_1"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2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181" name="Google Shape;181;p21"/>
          <p:cNvSpPr txBox="1"/>
          <p:nvPr>
            <p:ph idx="1" type="body"/>
          </p:nvPr>
        </p:nvSpPr>
        <p:spPr>
          <a:xfrm>
            <a:off x="720000" y="1215750"/>
            <a:ext cx="3852000" cy="255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Anaheim"/>
              <a:buChar char="●"/>
              <a:defRPr/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Anaheim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Anaheim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Anaheim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Anaheim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Anaheim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Anaheim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Anaheim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hlink"/>
              </a:buClr>
              <a:buSzPts val="1400"/>
              <a:buFont typeface="Anaheim"/>
              <a:buChar char="■"/>
              <a:defRPr/>
            </a:lvl9pPr>
          </a:lstStyle>
          <a:p/>
        </p:txBody>
      </p:sp>
      <p:sp>
        <p:nvSpPr>
          <p:cNvPr id="182" name="Google Shape;182;p21"/>
          <p:cNvSpPr txBox="1"/>
          <p:nvPr>
            <p:ph idx="2" type="body"/>
          </p:nvPr>
        </p:nvSpPr>
        <p:spPr>
          <a:xfrm>
            <a:off x="4572000" y="1215750"/>
            <a:ext cx="3852000" cy="255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rtl="0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1pPr>
            <a:lvl2pPr indent="-317500" lvl="1" marL="914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2pPr>
            <a:lvl3pPr indent="-317500" lvl="2" marL="1371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3pPr>
            <a:lvl4pPr indent="-317500" lvl="3" marL="1828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4pPr>
            <a:lvl5pPr indent="-317500" lvl="4" marL="22860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indent="-317500" lvl="5" marL="27432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indent="-317500" lvl="6" marL="32004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●"/>
              <a:defRPr/>
            </a:lvl7pPr>
            <a:lvl8pPr indent="-317500" lvl="7" marL="36576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8pPr>
            <a:lvl9pPr indent="-317500" lvl="8" marL="411480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/>
        </p:txBody>
      </p:sp>
      <p:grpSp>
        <p:nvGrpSpPr>
          <p:cNvPr id="183" name="Google Shape;183;p21"/>
          <p:cNvGrpSpPr/>
          <p:nvPr/>
        </p:nvGrpSpPr>
        <p:grpSpPr>
          <a:xfrm>
            <a:off x="3731250" y="1312115"/>
            <a:ext cx="5801237" cy="3292012"/>
            <a:chOff x="3578850" y="1312115"/>
            <a:chExt cx="5801237" cy="3292012"/>
          </a:xfrm>
        </p:grpSpPr>
        <p:grpSp>
          <p:nvGrpSpPr>
            <p:cNvPr id="184" name="Google Shape;184;p21"/>
            <p:cNvGrpSpPr/>
            <p:nvPr/>
          </p:nvGrpSpPr>
          <p:grpSpPr>
            <a:xfrm flipH="1">
              <a:off x="8077117" y="1312115"/>
              <a:ext cx="1302970" cy="3283027"/>
              <a:chOff x="4120038" y="1762791"/>
              <a:chExt cx="1384077" cy="3487388"/>
            </a:xfrm>
          </p:grpSpPr>
          <p:sp>
            <p:nvSpPr>
              <p:cNvPr id="185" name="Google Shape;185;p21"/>
              <p:cNvSpPr/>
              <p:nvPr/>
            </p:nvSpPr>
            <p:spPr>
              <a:xfrm>
                <a:off x="4120038" y="1762791"/>
                <a:ext cx="1384077" cy="806196"/>
              </a:xfrm>
              <a:custGeom>
                <a:rect b="b" l="l" r="r" t="t"/>
                <a:pathLst>
                  <a:path extrusionOk="0" h="806196" w="1384077">
                    <a:moveTo>
                      <a:pt x="1384078" y="806196"/>
                    </a:moveTo>
                    <a:lnTo>
                      <a:pt x="0" y="806196"/>
                    </a:lnTo>
                    <a:lnTo>
                      <a:pt x="0" y="0"/>
                    </a:lnTo>
                    <a:lnTo>
                      <a:pt x="1384078" y="0"/>
                    </a:lnTo>
                    <a:lnTo>
                      <a:pt x="1384078" y="806196"/>
                    </a:lnTo>
                    <a:close/>
                    <a:moveTo>
                      <a:pt x="65913" y="740283"/>
                    </a:moveTo>
                    <a:lnTo>
                      <a:pt x="1318165" y="740283"/>
                    </a:lnTo>
                    <a:lnTo>
                      <a:pt x="1318165" y="65913"/>
                    </a:lnTo>
                    <a:lnTo>
                      <a:pt x="65913" y="65913"/>
                    </a:lnTo>
                    <a:lnTo>
                      <a:pt x="65913" y="740283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86" name="Google Shape;186;p21"/>
              <p:cNvSpPr/>
              <p:nvPr/>
            </p:nvSpPr>
            <p:spPr>
              <a:xfrm>
                <a:off x="4520469" y="2332005"/>
                <a:ext cx="583311" cy="31051"/>
              </a:xfrm>
              <a:custGeom>
                <a:rect b="b" l="l" r="r" t="t"/>
                <a:pathLst>
                  <a:path extrusionOk="0" h="31051" w="583311">
                    <a:moveTo>
                      <a:pt x="567785" y="31051"/>
                    </a:moveTo>
                    <a:lnTo>
                      <a:pt x="15526" y="31051"/>
                    </a:lnTo>
                    <a:cubicBezTo>
                      <a:pt x="6953" y="31051"/>
                      <a:pt x="0" y="24098"/>
                      <a:pt x="0" y="15526"/>
                    </a:cubicBezTo>
                    <a:lnTo>
                      <a:pt x="0" y="15526"/>
                    </a:lnTo>
                    <a:cubicBezTo>
                      <a:pt x="0" y="6953"/>
                      <a:pt x="6953" y="0"/>
                      <a:pt x="15526" y="0"/>
                    </a:cubicBezTo>
                    <a:lnTo>
                      <a:pt x="567785" y="0"/>
                    </a:lnTo>
                    <a:cubicBezTo>
                      <a:pt x="576358" y="0"/>
                      <a:pt x="583311" y="6953"/>
                      <a:pt x="583311" y="15526"/>
                    </a:cubicBezTo>
                    <a:lnTo>
                      <a:pt x="583311" y="15526"/>
                    </a:lnTo>
                    <a:cubicBezTo>
                      <a:pt x="583311" y="24098"/>
                      <a:pt x="576358" y="31051"/>
                      <a:pt x="567785" y="3105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187" name="Google Shape;187;p21"/>
              <p:cNvGrpSpPr/>
              <p:nvPr/>
            </p:nvGrpSpPr>
            <p:grpSpPr>
              <a:xfrm>
                <a:off x="4552950" y="2363057"/>
                <a:ext cx="518254" cy="467486"/>
                <a:chOff x="4552950" y="2363057"/>
                <a:chExt cx="518254" cy="467486"/>
              </a:xfrm>
            </p:grpSpPr>
            <p:sp>
              <p:nvSpPr>
                <p:cNvPr id="188" name="Google Shape;188;p21"/>
                <p:cNvSpPr/>
                <p:nvPr/>
              </p:nvSpPr>
              <p:spPr>
                <a:xfrm>
                  <a:off x="4552950" y="2363057"/>
                  <a:ext cx="113347" cy="467486"/>
                </a:xfrm>
                <a:custGeom>
                  <a:rect b="b" l="l" r="r" t="t"/>
                  <a:pathLst>
                    <a:path extrusionOk="0" h="467486" w="113347">
                      <a:moveTo>
                        <a:pt x="0" y="0"/>
                      </a:moveTo>
                      <a:lnTo>
                        <a:pt x="113348" y="467487"/>
                      </a:lnTo>
                    </a:path>
                  </a:pathLst>
                </a:custGeom>
                <a:noFill/>
                <a:ln cap="flat" cmpd="sng" w="9525">
                  <a:solidFill>
                    <a:schemeClr val="accen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89" name="Google Shape;189;p21"/>
                <p:cNvSpPr/>
                <p:nvPr/>
              </p:nvSpPr>
              <p:spPr>
                <a:xfrm>
                  <a:off x="4957857" y="2363057"/>
                  <a:ext cx="113347" cy="467486"/>
                </a:xfrm>
                <a:custGeom>
                  <a:rect b="b" l="l" r="r" t="t"/>
                  <a:pathLst>
                    <a:path extrusionOk="0" h="467486" w="113347">
                      <a:moveTo>
                        <a:pt x="113348" y="0"/>
                      </a:moveTo>
                      <a:lnTo>
                        <a:pt x="0" y="467487"/>
                      </a:lnTo>
                    </a:path>
                  </a:pathLst>
                </a:custGeom>
                <a:noFill/>
                <a:ln cap="flat" cmpd="sng" w="9525">
                  <a:solidFill>
                    <a:schemeClr val="accen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0" name="Google Shape;190;p21"/>
                <p:cNvSpPr/>
                <p:nvPr/>
              </p:nvSpPr>
              <p:spPr>
                <a:xfrm>
                  <a:off x="4921472" y="2363057"/>
                  <a:ext cx="84963" cy="467486"/>
                </a:xfrm>
                <a:custGeom>
                  <a:rect b="b" l="l" r="r" t="t"/>
                  <a:pathLst>
                    <a:path extrusionOk="0" h="467486" w="84963">
                      <a:moveTo>
                        <a:pt x="84963" y="0"/>
                      </a:moveTo>
                      <a:lnTo>
                        <a:pt x="0" y="467487"/>
                      </a:lnTo>
                    </a:path>
                  </a:pathLst>
                </a:custGeom>
                <a:noFill/>
                <a:ln cap="flat" cmpd="sng" w="9525">
                  <a:solidFill>
                    <a:schemeClr val="accen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1" name="Google Shape;191;p21"/>
                <p:cNvSpPr/>
                <p:nvPr/>
              </p:nvSpPr>
              <p:spPr>
                <a:xfrm>
                  <a:off x="4884991" y="2363057"/>
                  <a:ext cx="56673" cy="467486"/>
                </a:xfrm>
                <a:custGeom>
                  <a:rect b="b" l="l" r="r" t="t"/>
                  <a:pathLst>
                    <a:path extrusionOk="0" h="467486" w="56673">
                      <a:moveTo>
                        <a:pt x="56674" y="0"/>
                      </a:moveTo>
                      <a:lnTo>
                        <a:pt x="0" y="467487"/>
                      </a:lnTo>
                    </a:path>
                  </a:pathLst>
                </a:custGeom>
                <a:noFill/>
                <a:ln cap="flat" cmpd="sng" w="9525">
                  <a:solidFill>
                    <a:schemeClr val="accen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2" name="Google Shape;192;p21"/>
                <p:cNvSpPr/>
                <p:nvPr/>
              </p:nvSpPr>
              <p:spPr>
                <a:xfrm>
                  <a:off x="4848510" y="2363057"/>
                  <a:ext cx="28384" cy="467486"/>
                </a:xfrm>
                <a:custGeom>
                  <a:rect b="b" l="l" r="r" t="t"/>
                  <a:pathLst>
                    <a:path extrusionOk="0" h="467486" w="28384">
                      <a:moveTo>
                        <a:pt x="28385" y="0"/>
                      </a:moveTo>
                      <a:lnTo>
                        <a:pt x="0" y="467487"/>
                      </a:lnTo>
                    </a:path>
                  </a:pathLst>
                </a:custGeom>
                <a:noFill/>
                <a:ln cap="flat" cmpd="sng" w="9525">
                  <a:solidFill>
                    <a:schemeClr val="accen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3" name="Google Shape;193;p21"/>
                <p:cNvSpPr/>
                <p:nvPr/>
              </p:nvSpPr>
              <p:spPr>
                <a:xfrm>
                  <a:off x="4812125" y="2363057"/>
                  <a:ext cx="9525" cy="467486"/>
                </a:xfrm>
                <a:custGeom>
                  <a:rect b="b" l="l" r="r" t="t"/>
                  <a:pathLst>
                    <a:path extrusionOk="0" h="467486" w="9525">
                      <a:moveTo>
                        <a:pt x="0" y="0"/>
                      </a:moveTo>
                      <a:lnTo>
                        <a:pt x="0" y="467487"/>
                      </a:lnTo>
                    </a:path>
                  </a:pathLst>
                </a:custGeom>
                <a:noFill/>
                <a:ln cap="flat" cmpd="sng" w="9525">
                  <a:solidFill>
                    <a:schemeClr val="accen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4" name="Google Shape;194;p21"/>
                <p:cNvSpPr/>
                <p:nvPr/>
              </p:nvSpPr>
              <p:spPr>
                <a:xfrm>
                  <a:off x="4747355" y="2363057"/>
                  <a:ext cx="28289" cy="467486"/>
                </a:xfrm>
                <a:custGeom>
                  <a:rect b="b" l="l" r="r" t="t"/>
                  <a:pathLst>
                    <a:path extrusionOk="0" h="467486" w="28289">
                      <a:moveTo>
                        <a:pt x="0" y="0"/>
                      </a:moveTo>
                      <a:lnTo>
                        <a:pt x="28289" y="467487"/>
                      </a:lnTo>
                    </a:path>
                  </a:pathLst>
                </a:custGeom>
                <a:noFill/>
                <a:ln cap="flat" cmpd="sng" w="9525">
                  <a:solidFill>
                    <a:schemeClr val="accen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5" name="Google Shape;195;p21"/>
                <p:cNvSpPr/>
                <p:nvPr/>
              </p:nvSpPr>
              <p:spPr>
                <a:xfrm>
                  <a:off x="4682490" y="2363057"/>
                  <a:ext cx="56769" cy="467486"/>
                </a:xfrm>
                <a:custGeom>
                  <a:rect b="b" l="l" r="r" t="t"/>
                  <a:pathLst>
                    <a:path extrusionOk="0" h="467486" w="56769">
                      <a:moveTo>
                        <a:pt x="0" y="0"/>
                      </a:moveTo>
                      <a:lnTo>
                        <a:pt x="56769" y="467487"/>
                      </a:lnTo>
                    </a:path>
                  </a:pathLst>
                </a:custGeom>
                <a:noFill/>
                <a:ln cap="flat" cmpd="sng" w="9525">
                  <a:solidFill>
                    <a:schemeClr val="accen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196" name="Google Shape;196;p21"/>
                <p:cNvSpPr/>
                <p:nvPr/>
              </p:nvSpPr>
              <p:spPr>
                <a:xfrm>
                  <a:off x="4617720" y="2363057"/>
                  <a:ext cx="85058" cy="467486"/>
                </a:xfrm>
                <a:custGeom>
                  <a:rect b="b" l="l" r="r" t="t"/>
                  <a:pathLst>
                    <a:path extrusionOk="0" h="467486" w="85058">
                      <a:moveTo>
                        <a:pt x="0" y="0"/>
                      </a:moveTo>
                      <a:lnTo>
                        <a:pt x="85058" y="467487"/>
                      </a:lnTo>
                    </a:path>
                  </a:pathLst>
                </a:custGeom>
                <a:noFill/>
                <a:ln cap="flat" cmpd="sng" w="9525">
                  <a:solidFill>
                    <a:schemeClr val="accen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197" name="Google Shape;197;p21"/>
              <p:cNvSpPr/>
              <p:nvPr/>
            </p:nvSpPr>
            <p:spPr>
              <a:xfrm>
                <a:off x="4775644" y="2568987"/>
                <a:ext cx="72866" cy="2681192"/>
              </a:xfrm>
              <a:custGeom>
                <a:rect b="b" l="l" r="r" t="t"/>
                <a:pathLst>
                  <a:path extrusionOk="0" h="2681192" w="72866">
                    <a:moveTo>
                      <a:pt x="0" y="0"/>
                    </a:moveTo>
                    <a:lnTo>
                      <a:pt x="72866" y="0"/>
                    </a:lnTo>
                    <a:lnTo>
                      <a:pt x="72866" y="2681192"/>
                    </a:lnTo>
                    <a:lnTo>
                      <a:pt x="0" y="2681192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98" name="Google Shape;198;p21"/>
            <p:cNvSpPr/>
            <p:nvPr/>
          </p:nvSpPr>
          <p:spPr>
            <a:xfrm>
              <a:off x="3578850" y="4595150"/>
              <a:ext cx="5561919" cy="8977"/>
            </a:xfrm>
            <a:custGeom>
              <a:rect b="b" l="l" r="r" t="t"/>
              <a:pathLst>
                <a:path extrusionOk="0" h="9525" w="4558950">
                  <a:moveTo>
                    <a:pt x="0" y="0"/>
                  </a:moveTo>
                  <a:lnTo>
                    <a:pt x="4558951" y="0"/>
                  </a:lnTo>
                </a:path>
              </a:pathLst>
            </a:custGeom>
            <a:noFill/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199" name="Google Shape;199;p21"/>
            <p:cNvGrpSpPr/>
            <p:nvPr/>
          </p:nvGrpSpPr>
          <p:grpSpPr>
            <a:xfrm>
              <a:off x="8311846" y="4056002"/>
              <a:ext cx="542654" cy="539139"/>
              <a:chOff x="1191959" y="3692252"/>
              <a:chExt cx="542654" cy="539139"/>
            </a:xfrm>
          </p:grpSpPr>
          <p:sp>
            <p:nvSpPr>
              <p:cNvPr id="200" name="Google Shape;200;p21"/>
              <p:cNvSpPr/>
              <p:nvPr/>
            </p:nvSpPr>
            <p:spPr>
              <a:xfrm>
                <a:off x="1199977" y="3696003"/>
                <a:ext cx="531052" cy="531076"/>
              </a:xfrm>
              <a:custGeom>
                <a:rect b="b" l="l" r="r" t="t"/>
                <a:pathLst>
                  <a:path extrusionOk="0" h="9345" w="9338">
                    <a:moveTo>
                      <a:pt x="4672" y="1"/>
                    </a:moveTo>
                    <a:cubicBezTo>
                      <a:pt x="2091" y="1"/>
                      <a:pt x="0" y="2091"/>
                      <a:pt x="0" y="4673"/>
                    </a:cubicBezTo>
                    <a:cubicBezTo>
                      <a:pt x="0" y="7247"/>
                      <a:pt x="2091" y="9344"/>
                      <a:pt x="4672" y="9344"/>
                    </a:cubicBezTo>
                    <a:cubicBezTo>
                      <a:pt x="7247" y="9344"/>
                      <a:pt x="9337" y="7247"/>
                      <a:pt x="9337" y="4673"/>
                    </a:cubicBezTo>
                    <a:cubicBezTo>
                      <a:pt x="9337" y="2091"/>
                      <a:pt x="7247" y="1"/>
                      <a:pt x="467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1" name="Google Shape;201;p21"/>
              <p:cNvSpPr/>
              <p:nvPr/>
            </p:nvSpPr>
            <p:spPr>
              <a:xfrm>
                <a:off x="1422510" y="3882568"/>
                <a:ext cx="312103" cy="348823"/>
              </a:xfrm>
              <a:custGeom>
                <a:rect b="b" l="l" r="r" t="t"/>
                <a:pathLst>
                  <a:path extrusionOk="0" h="6138" w="5488">
                    <a:moveTo>
                      <a:pt x="3847" y="0"/>
                    </a:moveTo>
                    <a:cubicBezTo>
                      <a:pt x="3318" y="0"/>
                      <a:pt x="2779" y="125"/>
                      <a:pt x="2295" y="376"/>
                    </a:cubicBezTo>
                    <a:cubicBezTo>
                      <a:pt x="1358" y="854"/>
                      <a:pt x="631" y="1766"/>
                      <a:pt x="293" y="2862"/>
                    </a:cubicBezTo>
                    <a:cubicBezTo>
                      <a:pt x="0" y="3850"/>
                      <a:pt x="13" y="4965"/>
                      <a:pt x="332" y="6087"/>
                    </a:cubicBezTo>
                    <a:cubicBezTo>
                      <a:pt x="344" y="6119"/>
                      <a:pt x="370" y="6138"/>
                      <a:pt x="402" y="6138"/>
                    </a:cubicBezTo>
                    <a:cubicBezTo>
                      <a:pt x="408" y="6138"/>
                      <a:pt x="415" y="6138"/>
                      <a:pt x="421" y="6131"/>
                    </a:cubicBezTo>
                    <a:cubicBezTo>
                      <a:pt x="453" y="6119"/>
                      <a:pt x="478" y="6080"/>
                      <a:pt x="466" y="6048"/>
                    </a:cubicBezTo>
                    <a:cubicBezTo>
                      <a:pt x="153" y="4952"/>
                      <a:pt x="141" y="3862"/>
                      <a:pt x="427" y="2906"/>
                    </a:cubicBezTo>
                    <a:cubicBezTo>
                      <a:pt x="752" y="1842"/>
                      <a:pt x="1453" y="963"/>
                      <a:pt x="2358" y="497"/>
                    </a:cubicBezTo>
                    <a:cubicBezTo>
                      <a:pt x="2826" y="257"/>
                      <a:pt x="3343" y="138"/>
                      <a:pt x="3850" y="138"/>
                    </a:cubicBezTo>
                    <a:cubicBezTo>
                      <a:pt x="4393" y="138"/>
                      <a:pt x="4925" y="275"/>
                      <a:pt x="5373" y="548"/>
                    </a:cubicBezTo>
                    <a:cubicBezTo>
                      <a:pt x="5385" y="555"/>
                      <a:pt x="5399" y="559"/>
                      <a:pt x="5412" y="559"/>
                    </a:cubicBezTo>
                    <a:cubicBezTo>
                      <a:pt x="5435" y="559"/>
                      <a:pt x="5457" y="549"/>
                      <a:pt x="5469" y="529"/>
                    </a:cubicBezTo>
                    <a:cubicBezTo>
                      <a:pt x="5488" y="491"/>
                      <a:pt x="5481" y="453"/>
                      <a:pt x="5450" y="434"/>
                    </a:cubicBezTo>
                    <a:cubicBezTo>
                      <a:pt x="4980" y="146"/>
                      <a:pt x="4419" y="0"/>
                      <a:pt x="384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2" name="Google Shape;202;p21"/>
              <p:cNvSpPr/>
              <p:nvPr/>
            </p:nvSpPr>
            <p:spPr>
              <a:xfrm>
                <a:off x="1261568" y="3744022"/>
                <a:ext cx="375569" cy="403379"/>
              </a:xfrm>
              <a:custGeom>
                <a:rect b="b" l="l" r="r" t="t"/>
                <a:pathLst>
                  <a:path extrusionOk="0" h="7098" w="6604">
                    <a:moveTo>
                      <a:pt x="6528" y="0"/>
                    </a:moveTo>
                    <a:cubicBezTo>
                      <a:pt x="6521" y="0"/>
                      <a:pt x="6515" y="1"/>
                      <a:pt x="6508" y="4"/>
                    </a:cubicBezTo>
                    <a:cubicBezTo>
                      <a:pt x="3321" y="947"/>
                      <a:pt x="708" y="3764"/>
                      <a:pt x="13" y="7008"/>
                    </a:cubicBezTo>
                    <a:cubicBezTo>
                      <a:pt x="1" y="7046"/>
                      <a:pt x="26" y="7084"/>
                      <a:pt x="64" y="7091"/>
                    </a:cubicBezTo>
                    <a:cubicBezTo>
                      <a:pt x="71" y="7097"/>
                      <a:pt x="77" y="7097"/>
                      <a:pt x="77" y="7097"/>
                    </a:cubicBezTo>
                    <a:cubicBezTo>
                      <a:pt x="109" y="7097"/>
                      <a:pt x="141" y="7072"/>
                      <a:pt x="147" y="7040"/>
                    </a:cubicBezTo>
                    <a:cubicBezTo>
                      <a:pt x="835" y="3840"/>
                      <a:pt x="3404" y="1062"/>
                      <a:pt x="6546" y="137"/>
                    </a:cubicBezTo>
                    <a:cubicBezTo>
                      <a:pt x="6584" y="131"/>
                      <a:pt x="6603" y="86"/>
                      <a:pt x="6591" y="55"/>
                    </a:cubicBezTo>
                    <a:cubicBezTo>
                      <a:pt x="6585" y="23"/>
                      <a:pt x="6559" y="0"/>
                      <a:pt x="652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03" name="Google Shape;203;p21"/>
              <p:cNvSpPr/>
              <p:nvPr/>
            </p:nvSpPr>
            <p:spPr>
              <a:xfrm>
                <a:off x="1191959" y="3692252"/>
                <a:ext cx="290037" cy="288526"/>
              </a:xfrm>
              <a:custGeom>
                <a:rect b="b" l="l" r="r" t="t"/>
                <a:pathLst>
                  <a:path extrusionOk="0" h="5077" w="5100">
                    <a:moveTo>
                      <a:pt x="5013" y="0"/>
                    </a:moveTo>
                    <a:cubicBezTo>
                      <a:pt x="4993" y="0"/>
                      <a:pt x="4974" y="10"/>
                      <a:pt x="4959" y="29"/>
                    </a:cubicBezTo>
                    <a:cubicBezTo>
                      <a:pt x="3838" y="1647"/>
                      <a:pt x="1881" y="3795"/>
                      <a:pt x="45" y="4949"/>
                    </a:cubicBezTo>
                    <a:cubicBezTo>
                      <a:pt x="14" y="4968"/>
                      <a:pt x="1" y="5013"/>
                      <a:pt x="26" y="5044"/>
                    </a:cubicBezTo>
                    <a:cubicBezTo>
                      <a:pt x="39" y="5064"/>
                      <a:pt x="58" y="5076"/>
                      <a:pt x="84" y="5076"/>
                    </a:cubicBezTo>
                    <a:cubicBezTo>
                      <a:pt x="96" y="5076"/>
                      <a:pt x="109" y="5076"/>
                      <a:pt x="122" y="5064"/>
                    </a:cubicBezTo>
                    <a:cubicBezTo>
                      <a:pt x="1970" y="3904"/>
                      <a:pt x="3946" y="1743"/>
                      <a:pt x="5074" y="111"/>
                    </a:cubicBezTo>
                    <a:cubicBezTo>
                      <a:pt x="5100" y="80"/>
                      <a:pt x="5087" y="35"/>
                      <a:pt x="5055" y="16"/>
                    </a:cubicBezTo>
                    <a:cubicBezTo>
                      <a:pt x="5042" y="5"/>
                      <a:pt x="5027" y="0"/>
                      <a:pt x="501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hree columns">
  <p:cSld name="CUSTOM_6">
    <p:spTree>
      <p:nvGrpSpPr>
        <p:cNvPr id="204" name="Shape 2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Google Shape;205;p2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06" name="Google Shape;206;p22"/>
          <p:cNvSpPr txBox="1"/>
          <p:nvPr>
            <p:ph idx="1" type="subTitle"/>
          </p:nvPr>
        </p:nvSpPr>
        <p:spPr>
          <a:xfrm>
            <a:off x="731510" y="2986419"/>
            <a:ext cx="2175300" cy="89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7" name="Google Shape;207;p22"/>
          <p:cNvSpPr txBox="1"/>
          <p:nvPr>
            <p:ph idx="2" type="subTitle"/>
          </p:nvPr>
        </p:nvSpPr>
        <p:spPr>
          <a:xfrm>
            <a:off x="3278232" y="2986419"/>
            <a:ext cx="2175300" cy="89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8" name="Google Shape;208;p22"/>
          <p:cNvSpPr txBox="1"/>
          <p:nvPr>
            <p:ph idx="3" type="subTitle"/>
          </p:nvPr>
        </p:nvSpPr>
        <p:spPr>
          <a:xfrm>
            <a:off x="5824960" y="2986419"/>
            <a:ext cx="2175300" cy="89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9" name="Google Shape;209;p22"/>
          <p:cNvSpPr txBox="1"/>
          <p:nvPr>
            <p:ph idx="4" type="subTitle"/>
          </p:nvPr>
        </p:nvSpPr>
        <p:spPr>
          <a:xfrm>
            <a:off x="731510" y="2542268"/>
            <a:ext cx="2175300" cy="52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200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10" name="Google Shape;210;p22"/>
          <p:cNvSpPr txBox="1"/>
          <p:nvPr>
            <p:ph idx="5" type="subTitle"/>
          </p:nvPr>
        </p:nvSpPr>
        <p:spPr>
          <a:xfrm>
            <a:off x="3278235" y="2542268"/>
            <a:ext cx="2175300" cy="52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200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11" name="Google Shape;211;p22"/>
          <p:cNvSpPr txBox="1"/>
          <p:nvPr>
            <p:ph idx="6" type="subTitle"/>
          </p:nvPr>
        </p:nvSpPr>
        <p:spPr>
          <a:xfrm>
            <a:off x="5824960" y="2542268"/>
            <a:ext cx="2175300" cy="524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200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12" name="Google Shape;212;p22"/>
          <p:cNvSpPr/>
          <p:nvPr/>
        </p:nvSpPr>
        <p:spPr>
          <a:xfrm>
            <a:off x="3578850" y="4595150"/>
            <a:ext cx="5561919" cy="8977"/>
          </a:xfrm>
          <a:custGeom>
            <a:rect b="b" l="l" r="r" t="t"/>
            <a:pathLst>
              <a:path extrusionOk="0" h="9525" w="4558950">
                <a:moveTo>
                  <a:pt x="0" y="0"/>
                </a:moveTo>
                <a:lnTo>
                  <a:pt x="4558951" y="0"/>
                </a:lnTo>
              </a:path>
            </a:pathLst>
          </a:custGeom>
          <a:noFill/>
          <a:ln cap="rnd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13" name="Google Shape;213;p22"/>
          <p:cNvGrpSpPr/>
          <p:nvPr/>
        </p:nvGrpSpPr>
        <p:grpSpPr>
          <a:xfrm>
            <a:off x="8077117" y="1312115"/>
            <a:ext cx="1302970" cy="3283027"/>
            <a:chOff x="8077117" y="1312115"/>
            <a:chExt cx="1302970" cy="3283027"/>
          </a:xfrm>
        </p:grpSpPr>
        <p:grpSp>
          <p:nvGrpSpPr>
            <p:cNvPr id="214" name="Google Shape;214;p22"/>
            <p:cNvGrpSpPr/>
            <p:nvPr/>
          </p:nvGrpSpPr>
          <p:grpSpPr>
            <a:xfrm flipH="1">
              <a:off x="8077117" y="1312115"/>
              <a:ext cx="1302970" cy="3283027"/>
              <a:chOff x="4120038" y="1762791"/>
              <a:chExt cx="1384077" cy="3487388"/>
            </a:xfrm>
          </p:grpSpPr>
          <p:sp>
            <p:nvSpPr>
              <p:cNvPr id="215" name="Google Shape;215;p22"/>
              <p:cNvSpPr/>
              <p:nvPr/>
            </p:nvSpPr>
            <p:spPr>
              <a:xfrm>
                <a:off x="4120038" y="1762791"/>
                <a:ext cx="1384077" cy="806196"/>
              </a:xfrm>
              <a:custGeom>
                <a:rect b="b" l="l" r="r" t="t"/>
                <a:pathLst>
                  <a:path extrusionOk="0" h="806196" w="1384077">
                    <a:moveTo>
                      <a:pt x="1384078" y="806196"/>
                    </a:moveTo>
                    <a:lnTo>
                      <a:pt x="0" y="806196"/>
                    </a:lnTo>
                    <a:lnTo>
                      <a:pt x="0" y="0"/>
                    </a:lnTo>
                    <a:lnTo>
                      <a:pt x="1384078" y="0"/>
                    </a:lnTo>
                    <a:lnTo>
                      <a:pt x="1384078" y="806196"/>
                    </a:lnTo>
                    <a:close/>
                    <a:moveTo>
                      <a:pt x="65913" y="740283"/>
                    </a:moveTo>
                    <a:lnTo>
                      <a:pt x="1318165" y="740283"/>
                    </a:lnTo>
                    <a:lnTo>
                      <a:pt x="1318165" y="65913"/>
                    </a:lnTo>
                    <a:lnTo>
                      <a:pt x="65913" y="65913"/>
                    </a:lnTo>
                    <a:lnTo>
                      <a:pt x="65913" y="740283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16" name="Google Shape;216;p22"/>
              <p:cNvSpPr/>
              <p:nvPr/>
            </p:nvSpPr>
            <p:spPr>
              <a:xfrm>
                <a:off x="4520469" y="2332005"/>
                <a:ext cx="583311" cy="31051"/>
              </a:xfrm>
              <a:custGeom>
                <a:rect b="b" l="l" r="r" t="t"/>
                <a:pathLst>
                  <a:path extrusionOk="0" h="31051" w="583311">
                    <a:moveTo>
                      <a:pt x="567785" y="31051"/>
                    </a:moveTo>
                    <a:lnTo>
                      <a:pt x="15526" y="31051"/>
                    </a:lnTo>
                    <a:cubicBezTo>
                      <a:pt x="6953" y="31051"/>
                      <a:pt x="0" y="24098"/>
                      <a:pt x="0" y="15526"/>
                    </a:cubicBezTo>
                    <a:lnTo>
                      <a:pt x="0" y="15526"/>
                    </a:lnTo>
                    <a:cubicBezTo>
                      <a:pt x="0" y="6953"/>
                      <a:pt x="6953" y="0"/>
                      <a:pt x="15526" y="0"/>
                    </a:cubicBezTo>
                    <a:lnTo>
                      <a:pt x="567785" y="0"/>
                    </a:lnTo>
                    <a:cubicBezTo>
                      <a:pt x="576358" y="0"/>
                      <a:pt x="583311" y="6953"/>
                      <a:pt x="583311" y="15526"/>
                    </a:cubicBezTo>
                    <a:lnTo>
                      <a:pt x="583311" y="15526"/>
                    </a:lnTo>
                    <a:cubicBezTo>
                      <a:pt x="583311" y="24098"/>
                      <a:pt x="576358" y="31051"/>
                      <a:pt x="567785" y="3105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217" name="Google Shape;217;p22"/>
              <p:cNvGrpSpPr/>
              <p:nvPr/>
            </p:nvGrpSpPr>
            <p:grpSpPr>
              <a:xfrm>
                <a:off x="4552950" y="2363057"/>
                <a:ext cx="518254" cy="467486"/>
                <a:chOff x="4552950" y="2363057"/>
                <a:chExt cx="518254" cy="467486"/>
              </a:xfrm>
            </p:grpSpPr>
            <p:sp>
              <p:nvSpPr>
                <p:cNvPr id="218" name="Google Shape;218;p22"/>
                <p:cNvSpPr/>
                <p:nvPr/>
              </p:nvSpPr>
              <p:spPr>
                <a:xfrm>
                  <a:off x="4552950" y="2363057"/>
                  <a:ext cx="113347" cy="467486"/>
                </a:xfrm>
                <a:custGeom>
                  <a:rect b="b" l="l" r="r" t="t"/>
                  <a:pathLst>
                    <a:path extrusionOk="0" h="467486" w="113347">
                      <a:moveTo>
                        <a:pt x="0" y="0"/>
                      </a:moveTo>
                      <a:lnTo>
                        <a:pt x="113348" y="467487"/>
                      </a:lnTo>
                    </a:path>
                  </a:pathLst>
                </a:custGeom>
                <a:noFill/>
                <a:ln cap="flat" cmpd="sng" w="9525">
                  <a:solidFill>
                    <a:schemeClr val="accen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19" name="Google Shape;219;p22"/>
                <p:cNvSpPr/>
                <p:nvPr/>
              </p:nvSpPr>
              <p:spPr>
                <a:xfrm>
                  <a:off x="4957857" y="2363057"/>
                  <a:ext cx="113347" cy="467486"/>
                </a:xfrm>
                <a:custGeom>
                  <a:rect b="b" l="l" r="r" t="t"/>
                  <a:pathLst>
                    <a:path extrusionOk="0" h="467486" w="113347">
                      <a:moveTo>
                        <a:pt x="113348" y="0"/>
                      </a:moveTo>
                      <a:lnTo>
                        <a:pt x="0" y="467487"/>
                      </a:lnTo>
                    </a:path>
                  </a:pathLst>
                </a:custGeom>
                <a:noFill/>
                <a:ln cap="flat" cmpd="sng" w="9525">
                  <a:solidFill>
                    <a:schemeClr val="accen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0" name="Google Shape;220;p22"/>
                <p:cNvSpPr/>
                <p:nvPr/>
              </p:nvSpPr>
              <p:spPr>
                <a:xfrm>
                  <a:off x="4921472" y="2363057"/>
                  <a:ext cx="84963" cy="467486"/>
                </a:xfrm>
                <a:custGeom>
                  <a:rect b="b" l="l" r="r" t="t"/>
                  <a:pathLst>
                    <a:path extrusionOk="0" h="467486" w="84963">
                      <a:moveTo>
                        <a:pt x="84963" y="0"/>
                      </a:moveTo>
                      <a:lnTo>
                        <a:pt x="0" y="467487"/>
                      </a:lnTo>
                    </a:path>
                  </a:pathLst>
                </a:custGeom>
                <a:noFill/>
                <a:ln cap="flat" cmpd="sng" w="9525">
                  <a:solidFill>
                    <a:schemeClr val="accen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1" name="Google Shape;221;p22"/>
                <p:cNvSpPr/>
                <p:nvPr/>
              </p:nvSpPr>
              <p:spPr>
                <a:xfrm>
                  <a:off x="4884991" y="2363057"/>
                  <a:ext cx="56673" cy="467486"/>
                </a:xfrm>
                <a:custGeom>
                  <a:rect b="b" l="l" r="r" t="t"/>
                  <a:pathLst>
                    <a:path extrusionOk="0" h="467486" w="56673">
                      <a:moveTo>
                        <a:pt x="56674" y="0"/>
                      </a:moveTo>
                      <a:lnTo>
                        <a:pt x="0" y="467487"/>
                      </a:lnTo>
                    </a:path>
                  </a:pathLst>
                </a:custGeom>
                <a:noFill/>
                <a:ln cap="flat" cmpd="sng" w="9525">
                  <a:solidFill>
                    <a:schemeClr val="accen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2" name="Google Shape;222;p22"/>
                <p:cNvSpPr/>
                <p:nvPr/>
              </p:nvSpPr>
              <p:spPr>
                <a:xfrm>
                  <a:off x="4848510" y="2363057"/>
                  <a:ext cx="28384" cy="467486"/>
                </a:xfrm>
                <a:custGeom>
                  <a:rect b="b" l="l" r="r" t="t"/>
                  <a:pathLst>
                    <a:path extrusionOk="0" h="467486" w="28384">
                      <a:moveTo>
                        <a:pt x="28385" y="0"/>
                      </a:moveTo>
                      <a:lnTo>
                        <a:pt x="0" y="467487"/>
                      </a:lnTo>
                    </a:path>
                  </a:pathLst>
                </a:custGeom>
                <a:noFill/>
                <a:ln cap="flat" cmpd="sng" w="9525">
                  <a:solidFill>
                    <a:schemeClr val="accen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3" name="Google Shape;223;p22"/>
                <p:cNvSpPr/>
                <p:nvPr/>
              </p:nvSpPr>
              <p:spPr>
                <a:xfrm>
                  <a:off x="4812125" y="2363057"/>
                  <a:ext cx="9525" cy="467486"/>
                </a:xfrm>
                <a:custGeom>
                  <a:rect b="b" l="l" r="r" t="t"/>
                  <a:pathLst>
                    <a:path extrusionOk="0" h="467486" w="9525">
                      <a:moveTo>
                        <a:pt x="0" y="0"/>
                      </a:moveTo>
                      <a:lnTo>
                        <a:pt x="0" y="467487"/>
                      </a:lnTo>
                    </a:path>
                  </a:pathLst>
                </a:custGeom>
                <a:noFill/>
                <a:ln cap="flat" cmpd="sng" w="9525">
                  <a:solidFill>
                    <a:schemeClr val="accen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4" name="Google Shape;224;p22"/>
                <p:cNvSpPr/>
                <p:nvPr/>
              </p:nvSpPr>
              <p:spPr>
                <a:xfrm>
                  <a:off x="4747355" y="2363057"/>
                  <a:ext cx="28289" cy="467486"/>
                </a:xfrm>
                <a:custGeom>
                  <a:rect b="b" l="l" r="r" t="t"/>
                  <a:pathLst>
                    <a:path extrusionOk="0" h="467486" w="28289">
                      <a:moveTo>
                        <a:pt x="0" y="0"/>
                      </a:moveTo>
                      <a:lnTo>
                        <a:pt x="28289" y="467487"/>
                      </a:lnTo>
                    </a:path>
                  </a:pathLst>
                </a:custGeom>
                <a:noFill/>
                <a:ln cap="flat" cmpd="sng" w="9525">
                  <a:solidFill>
                    <a:schemeClr val="accen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5" name="Google Shape;225;p22"/>
                <p:cNvSpPr/>
                <p:nvPr/>
              </p:nvSpPr>
              <p:spPr>
                <a:xfrm>
                  <a:off x="4682490" y="2363057"/>
                  <a:ext cx="56769" cy="467486"/>
                </a:xfrm>
                <a:custGeom>
                  <a:rect b="b" l="l" r="r" t="t"/>
                  <a:pathLst>
                    <a:path extrusionOk="0" h="467486" w="56769">
                      <a:moveTo>
                        <a:pt x="0" y="0"/>
                      </a:moveTo>
                      <a:lnTo>
                        <a:pt x="56769" y="467487"/>
                      </a:lnTo>
                    </a:path>
                  </a:pathLst>
                </a:custGeom>
                <a:noFill/>
                <a:ln cap="flat" cmpd="sng" w="9525">
                  <a:solidFill>
                    <a:schemeClr val="accen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226" name="Google Shape;226;p22"/>
                <p:cNvSpPr/>
                <p:nvPr/>
              </p:nvSpPr>
              <p:spPr>
                <a:xfrm>
                  <a:off x="4617720" y="2363057"/>
                  <a:ext cx="85058" cy="467486"/>
                </a:xfrm>
                <a:custGeom>
                  <a:rect b="b" l="l" r="r" t="t"/>
                  <a:pathLst>
                    <a:path extrusionOk="0" h="467486" w="85058">
                      <a:moveTo>
                        <a:pt x="0" y="0"/>
                      </a:moveTo>
                      <a:lnTo>
                        <a:pt x="85058" y="467487"/>
                      </a:lnTo>
                    </a:path>
                  </a:pathLst>
                </a:custGeom>
                <a:noFill/>
                <a:ln cap="flat" cmpd="sng" w="9525">
                  <a:solidFill>
                    <a:schemeClr val="accen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227" name="Google Shape;227;p22"/>
              <p:cNvSpPr/>
              <p:nvPr/>
            </p:nvSpPr>
            <p:spPr>
              <a:xfrm>
                <a:off x="4775644" y="2568987"/>
                <a:ext cx="72866" cy="2681192"/>
              </a:xfrm>
              <a:custGeom>
                <a:rect b="b" l="l" r="r" t="t"/>
                <a:pathLst>
                  <a:path extrusionOk="0" h="2681192" w="72866">
                    <a:moveTo>
                      <a:pt x="0" y="0"/>
                    </a:moveTo>
                    <a:lnTo>
                      <a:pt x="72866" y="0"/>
                    </a:lnTo>
                    <a:lnTo>
                      <a:pt x="72866" y="2681192"/>
                    </a:lnTo>
                    <a:lnTo>
                      <a:pt x="0" y="2681192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228" name="Google Shape;228;p22"/>
            <p:cNvGrpSpPr/>
            <p:nvPr/>
          </p:nvGrpSpPr>
          <p:grpSpPr>
            <a:xfrm>
              <a:off x="8311846" y="4056002"/>
              <a:ext cx="542654" cy="539139"/>
              <a:chOff x="1191959" y="3692252"/>
              <a:chExt cx="542654" cy="539139"/>
            </a:xfrm>
          </p:grpSpPr>
          <p:sp>
            <p:nvSpPr>
              <p:cNvPr id="229" name="Google Shape;229;p22"/>
              <p:cNvSpPr/>
              <p:nvPr/>
            </p:nvSpPr>
            <p:spPr>
              <a:xfrm>
                <a:off x="1199977" y="3696003"/>
                <a:ext cx="531052" cy="531076"/>
              </a:xfrm>
              <a:custGeom>
                <a:rect b="b" l="l" r="r" t="t"/>
                <a:pathLst>
                  <a:path extrusionOk="0" h="9345" w="9338">
                    <a:moveTo>
                      <a:pt x="4672" y="1"/>
                    </a:moveTo>
                    <a:cubicBezTo>
                      <a:pt x="2091" y="1"/>
                      <a:pt x="0" y="2091"/>
                      <a:pt x="0" y="4673"/>
                    </a:cubicBezTo>
                    <a:cubicBezTo>
                      <a:pt x="0" y="7247"/>
                      <a:pt x="2091" y="9344"/>
                      <a:pt x="4672" y="9344"/>
                    </a:cubicBezTo>
                    <a:cubicBezTo>
                      <a:pt x="7247" y="9344"/>
                      <a:pt x="9337" y="7247"/>
                      <a:pt x="9337" y="4673"/>
                    </a:cubicBezTo>
                    <a:cubicBezTo>
                      <a:pt x="9337" y="2091"/>
                      <a:pt x="7247" y="1"/>
                      <a:pt x="4672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0" name="Google Shape;230;p22"/>
              <p:cNvSpPr/>
              <p:nvPr/>
            </p:nvSpPr>
            <p:spPr>
              <a:xfrm>
                <a:off x="1422510" y="3882568"/>
                <a:ext cx="312103" cy="348823"/>
              </a:xfrm>
              <a:custGeom>
                <a:rect b="b" l="l" r="r" t="t"/>
                <a:pathLst>
                  <a:path extrusionOk="0" h="6138" w="5488">
                    <a:moveTo>
                      <a:pt x="3847" y="0"/>
                    </a:moveTo>
                    <a:cubicBezTo>
                      <a:pt x="3318" y="0"/>
                      <a:pt x="2779" y="125"/>
                      <a:pt x="2295" y="376"/>
                    </a:cubicBezTo>
                    <a:cubicBezTo>
                      <a:pt x="1358" y="854"/>
                      <a:pt x="631" y="1766"/>
                      <a:pt x="293" y="2862"/>
                    </a:cubicBezTo>
                    <a:cubicBezTo>
                      <a:pt x="0" y="3850"/>
                      <a:pt x="13" y="4965"/>
                      <a:pt x="332" y="6087"/>
                    </a:cubicBezTo>
                    <a:cubicBezTo>
                      <a:pt x="344" y="6119"/>
                      <a:pt x="370" y="6138"/>
                      <a:pt x="402" y="6138"/>
                    </a:cubicBezTo>
                    <a:cubicBezTo>
                      <a:pt x="408" y="6138"/>
                      <a:pt x="415" y="6138"/>
                      <a:pt x="421" y="6131"/>
                    </a:cubicBezTo>
                    <a:cubicBezTo>
                      <a:pt x="453" y="6119"/>
                      <a:pt x="478" y="6080"/>
                      <a:pt x="466" y="6048"/>
                    </a:cubicBezTo>
                    <a:cubicBezTo>
                      <a:pt x="153" y="4952"/>
                      <a:pt x="141" y="3862"/>
                      <a:pt x="427" y="2906"/>
                    </a:cubicBezTo>
                    <a:cubicBezTo>
                      <a:pt x="752" y="1842"/>
                      <a:pt x="1453" y="963"/>
                      <a:pt x="2358" y="497"/>
                    </a:cubicBezTo>
                    <a:cubicBezTo>
                      <a:pt x="2826" y="257"/>
                      <a:pt x="3343" y="138"/>
                      <a:pt x="3850" y="138"/>
                    </a:cubicBezTo>
                    <a:cubicBezTo>
                      <a:pt x="4393" y="138"/>
                      <a:pt x="4925" y="275"/>
                      <a:pt x="5373" y="548"/>
                    </a:cubicBezTo>
                    <a:cubicBezTo>
                      <a:pt x="5385" y="555"/>
                      <a:pt x="5399" y="559"/>
                      <a:pt x="5412" y="559"/>
                    </a:cubicBezTo>
                    <a:cubicBezTo>
                      <a:pt x="5435" y="559"/>
                      <a:pt x="5457" y="549"/>
                      <a:pt x="5469" y="529"/>
                    </a:cubicBezTo>
                    <a:cubicBezTo>
                      <a:pt x="5488" y="491"/>
                      <a:pt x="5481" y="453"/>
                      <a:pt x="5450" y="434"/>
                    </a:cubicBezTo>
                    <a:cubicBezTo>
                      <a:pt x="4980" y="146"/>
                      <a:pt x="4419" y="0"/>
                      <a:pt x="384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1" name="Google Shape;231;p22"/>
              <p:cNvSpPr/>
              <p:nvPr/>
            </p:nvSpPr>
            <p:spPr>
              <a:xfrm>
                <a:off x="1261568" y="3744022"/>
                <a:ext cx="375569" cy="403379"/>
              </a:xfrm>
              <a:custGeom>
                <a:rect b="b" l="l" r="r" t="t"/>
                <a:pathLst>
                  <a:path extrusionOk="0" h="7098" w="6604">
                    <a:moveTo>
                      <a:pt x="6528" y="0"/>
                    </a:moveTo>
                    <a:cubicBezTo>
                      <a:pt x="6521" y="0"/>
                      <a:pt x="6515" y="1"/>
                      <a:pt x="6508" y="4"/>
                    </a:cubicBezTo>
                    <a:cubicBezTo>
                      <a:pt x="3321" y="947"/>
                      <a:pt x="708" y="3764"/>
                      <a:pt x="13" y="7008"/>
                    </a:cubicBezTo>
                    <a:cubicBezTo>
                      <a:pt x="1" y="7046"/>
                      <a:pt x="26" y="7084"/>
                      <a:pt x="64" y="7091"/>
                    </a:cubicBezTo>
                    <a:cubicBezTo>
                      <a:pt x="71" y="7097"/>
                      <a:pt x="77" y="7097"/>
                      <a:pt x="77" y="7097"/>
                    </a:cubicBezTo>
                    <a:cubicBezTo>
                      <a:pt x="109" y="7097"/>
                      <a:pt x="141" y="7072"/>
                      <a:pt x="147" y="7040"/>
                    </a:cubicBezTo>
                    <a:cubicBezTo>
                      <a:pt x="835" y="3840"/>
                      <a:pt x="3404" y="1062"/>
                      <a:pt x="6546" y="137"/>
                    </a:cubicBezTo>
                    <a:cubicBezTo>
                      <a:pt x="6584" y="131"/>
                      <a:pt x="6603" y="86"/>
                      <a:pt x="6591" y="55"/>
                    </a:cubicBezTo>
                    <a:cubicBezTo>
                      <a:pt x="6585" y="23"/>
                      <a:pt x="6559" y="0"/>
                      <a:pt x="652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32" name="Google Shape;232;p22"/>
              <p:cNvSpPr/>
              <p:nvPr/>
            </p:nvSpPr>
            <p:spPr>
              <a:xfrm>
                <a:off x="1191959" y="3692252"/>
                <a:ext cx="290037" cy="288526"/>
              </a:xfrm>
              <a:custGeom>
                <a:rect b="b" l="l" r="r" t="t"/>
                <a:pathLst>
                  <a:path extrusionOk="0" h="5077" w="5100">
                    <a:moveTo>
                      <a:pt x="5013" y="0"/>
                    </a:moveTo>
                    <a:cubicBezTo>
                      <a:pt x="4993" y="0"/>
                      <a:pt x="4974" y="10"/>
                      <a:pt x="4959" y="29"/>
                    </a:cubicBezTo>
                    <a:cubicBezTo>
                      <a:pt x="3838" y="1647"/>
                      <a:pt x="1881" y="3795"/>
                      <a:pt x="45" y="4949"/>
                    </a:cubicBezTo>
                    <a:cubicBezTo>
                      <a:pt x="14" y="4968"/>
                      <a:pt x="1" y="5013"/>
                      <a:pt x="26" y="5044"/>
                    </a:cubicBezTo>
                    <a:cubicBezTo>
                      <a:pt x="39" y="5064"/>
                      <a:pt x="58" y="5076"/>
                      <a:pt x="84" y="5076"/>
                    </a:cubicBezTo>
                    <a:cubicBezTo>
                      <a:pt x="96" y="5076"/>
                      <a:pt x="109" y="5076"/>
                      <a:pt x="122" y="5064"/>
                    </a:cubicBezTo>
                    <a:cubicBezTo>
                      <a:pt x="1970" y="3904"/>
                      <a:pt x="3946" y="1743"/>
                      <a:pt x="5074" y="111"/>
                    </a:cubicBezTo>
                    <a:cubicBezTo>
                      <a:pt x="5100" y="80"/>
                      <a:pt x="5087" y="35"/>
                      <a:pt x="5055" y="16"/>
                    </a:cubicBezTo>
                    <a:cubicBezTo>
                      <a:pt x="5042" y="5"/>
                      <a:pt x="5027" y="0"/>
                      <a:pt x="501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5">
    <p:spTree>
      <p:nvGrpSpPr>
        <p:cNvPr id="233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Google Shape;234;p2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35" name="Google Shape;235;p23"/>
          <p:cNvSpPr txBox="1"/>
          <p:nvPr>
            <p:ph idx="1" type="subTitle"/>
          </p:nvPr>
        </p:nvSpPr>
        <p:spPr>
          <a:xfrm>
            <a:off x="726048" y="1935289"/>
            <a:ext cx="1978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6" name="Google Shape;236;p23"/>
          <p:cNvSpPr txBox="1"/>
          <p:nvPr>
            <p:ph idx="2" type="subTitle"/>
          </p:nvPr>
        </p:nvSpPr>
        <p:spPr>
          <a:xfrm>
            <a:off x="3316801" y="1935289"/>
            <a:ext cx="1978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7" name="Google Shape;237;p23"/>
          <p:cNvSpPr txBox="1"/>
          <p:nvPr>
            <p:ph idx="3" type="subTitle"/>
          </p:nvPr>
        </p:nvSpPr>
        <p:spPr>
          <a:xfrm>
            <a:off x="726048" y="3475932"/>
            <a:ext cx="1978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8" name="Google Shape;238;p23"/>
          <p:cNvSpPr txBox="1"/>
          <p:nvPr>
            <p:ph idx="4" type="subTitle"/>
          </p:nvPr>
        </p:nvSpPr>
        <p:spPr>
          <a:xfrm>
            <a:off x="3316801" y="3475932"/>
            <a:ext cx="1978200" cy="66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9" name="Google Shape;239;p23"/>
          <p:cNvSpPr txBox="1"/>
          <p:nvPr>
            <p:ph idx="5" type="subTitle"/>
          </p:nvPr>
        </p:nvSpPr>
        <p:spPr>
          <a:xfrm>
            <a:off x="726048" y="1591050"/>
            <a:ext cx="19782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40" name="Google Shape;240;p23"/>
          <p:cNvSpPr txBox="1"/>
          <p:nvPr>
            <p:ph idx="6" type="subTitle"/>
          </p:nvPr>
        </p:nvSpPr>
        <p:spPr>
          <a:xfrm>
            <a:off x="726048" y="3131793"/>
            <a:ext cx="19782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41" name="Google Shape;241;p23"/>
          <p:cNvSpPr txBox="1"/>
          <p:nvPr>
            <p:ph idx="7" type="subTitle"/>
          </p:nvPr>
        </p:nvSpPr>
        <p:spPr>
          <a:xfrm>
            <a:off x="3316798" y="1591050"/>
            <a:ext cx="19782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42" name="Google Shape;242;p23"/>
          <p:cNvSpPr txBox="1"/>
          <p:nvPr>
            <p:ph idx="8" type="subTitle"/>
          </p:nvPr>
        </p:nvSpPr>
        <p:spPr>
          <a:xfrm>
            <a:off x="3316798" y="3131793"/>
            <a:ext cx="1978200" cy="505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solidFill>
                  <a:schemeClr val="dk1"/>
                </a:solidFill>
                <a:latin typeface="DM Sans"/>
                <a:ea typeface="DM Sans"/>
                <a:cs typeface="DM Sans"/>
                <a:sym typeface="DM Sans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43" name="Google Shape;243;p23"/>
          <p:cNvSpPr/>
          <p:nvPr/>
        </p:nvSpPr>
        <p:spPr>
          <a:xfrm>
            <a:off x="3578850" y="4595150"/>
            <a:ext cx="5561919" cy="8977"/>
          </a:xfrm>
          <a:custGeom>
            <a:rect b="b" l="l" r="r" t="t"/>
            <a:pathLst>
              <a:path extrusionOk="0" h="9525" w="4558950">
                <a:moveTo>
                  <a:pt x="0" y="0"/>
                </a:moveTo>
                <a:lnTo>
                  <a:pt x="4558951" y="0"/>
                </a:lnTo>
              </a:path>
            </a:pathLst>
          </a:custGeom>
          <a:noFill/>
          <a:ln cap="rnd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7"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2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46" name="Google Shape;246;p24"/>
          <p:cNvSpPr txBox="1"/>
          <p:nvPr>
            <p:ph idx="1" type="subTitle"/>
          </p:nvPr>
        </p:nvSpPr>
        <p:spPr>
          <a:xfrm>
            <a:off x="735122" y="1896540"/>
            <a:ext cx="19860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7" name="Google Shape;247;p24"/>
          <p:cNvSpPr txBox="1"/>
          <p:nvPr>
            <p:ph idx="2" type="subTitle"/>
          </p:nvPr>
        </p:nvSpPr>
        <p:spPr>
          <a:xfrm>
            <a:off x="3205495" y="1896540"/>
            <a:ext cx="19860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8" name="Google Shape;248;p24"/>
          <p:cNvSpPr txBox="1"/>
          <p:nvPr>
            <p:ph idx="3" type="subTitle"/>
          </p:nvPr>
        </p:nvSpPr>
        <p:spPr>
          <a:xfrm>
            <a:off x="735122" y="3387506"/>
            <a:ext cx="19860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9" name="Google Shape;249;p24"/>
          <p:cNvSpPr txBox="1"/>
          <p:nvPr>
            <p:ph idx="4" type="subTitle"/>
          </p:nvPr>
        </p:nvSpPr>
        <p:spPr>
          <a:xfrm>
            <a:off x="3205495" y="3387506"/>
            <a:ext cx="19860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0" name="Google Shape;250;p24"/>
          <p:cNvSpPr txBox="1"/>
          <p:nvPr>
            <p:ph idx="5" type="subTitle"/>
          </p:nvPr>
        </p:nvSpPr>
        <p:spPr>
          <a:xfrm>
            <a:off x="5675869" y="1896540"/>
            <a:ext cx="19860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1" name="Google Shape;251;p24"/>
          <p:cNvSpPr txBox="1"/>
          <p:nvPr>
            <p:ph idx="6" type="subTitle"/>
          </p:nvPr>
        </p:nvSpPr>
        <p:spPr>
          <a:xfrm>
            <a:off x="5675869" y="3387506"/>
            <a:ext cx="1986000" cy="63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2" name="Google Shape;252;p24"/>
          <p:cNvSpPr txBox="1"/>
          <p:nvPr>
            <p:ph idx="7" type="subTitle"/>
          </p:nvPr>
        </p:nvSpPr>
        <p:spPr>
          <a:xfrm>
            <a:off x="736022" y="1539447"/>
            <a:ext cx="1984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200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53" name="Google Shape;253;p24"/>
          <p:cNvSpPr txBox="1"/>
          <p:nvPr>
            <p:ph idx="8" type="subTitle"/>
          </p:nvPr>
        </p:nvSpPr>
        <p:spPr>
          <a:xfrm>
            <a:off x="3206395" y="1539447"/>
            <a:ext cx="1984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200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54" name="Google Shape;254;p24"/>
          <p:cNvSpPr txBox="1"/>
          <p:nvPr>
            <p:ph idx="9" type="subTitle"/>
          </p:nvPr>
        </p:nvSpPr>
        <p:spPr>
          <a:xfrm>
            <a:off x="5676769" y="1539447"/>
            <a:ext cx="1984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200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55" name="Google Shape;255;p24"/>
          <p:cNvSpPr txBox="1"/>
          <p:nvPr>
            <p:ph idx="13" type="subTitle"/>
          </p:nvPr>
        </p:nvSpPr>
        <p:spPr>
          <a:xfrm>
            <a:off x="736022" y="3030390"/>
            <a:ext cx="1984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200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56" name="Google Shape;256;p24"/>
          <p:cNvSpPr txBox="1"/>
          <p:nvPr>
            <p:ph idx="14" type="subTitle"/>
          </p:nvPr>
        </p:nvSpPr>
        <p:spPr>
          <a:xfrm>
            <a:off x="3206395" y="3030390"/>
            <a:ext cx="1984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200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257" name="Google Shape;257;p24"/>
          <p:cNvSpPr txBox="1"/>
          <p:nvPr>
            <p:ph idx="15" type="subTitle"/>
          </p:nvPr>
        </p:nvSpPr>
        <p:spPr>
          <a:xfrm>
            <a:off x="5676769" y="3030390"/>
            <a:ext cx="1984200" cy="49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200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DM Sans"/>
              <a:buNone/>
              <a:defRPr b="1" sz="2400"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grpSp>
        <p:nvGrpSpPr>
          <p:cNvPr id="258" name="Google Shape;258;p24"/>
          <p:cNvGrpSpPr/>
          <p:nvPr/>
        </p:nvGrpSpPr>
        <p:grpSpPr>
          <a:xfrm>
            <a:off x="3578850" y="1718572"/>
            <a:ext cx="5561919" cy="2885556"/>
            <a:chOff x="3578850" y="1718572"/>
            <a:chExt cx="5561919" cy="2885556"/>
          </a:xfrm>
        </p:grpSpPr>
        <p:sp>
          <p:nvSpPr>
            <p:cNvPr id="259" name="Google Shape;259;p24"/>
            <p:cNvSpPr/>
            <p:nvPr/>
          </p:nvSpPr>
          <p:spPr>
            <a:xfrm>
              <a:off x="3578850" y="4595150"/>
              <a:ext cx="5561919" cy="8977"/>
            </a:xfrm>
            <a:custGeom>
              <a:rect b="b" l="l" r="r" t="t"/>
              <a:pathLst>
                <a:path extrusionOk="0" h="9525" w="4558950">
                  <a:moveTo>
                    <a:pt x="0" y="0"/>
                  </a:moveTo>
                  <a:lnTo>
                    <a:pt x="4558951" y="0"/>
                  </a:lnTo>
                </a:path>
              </a:pathLst>
            </a:custGeom>
            <a:noFill/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60" name="Google Shape;260;p24"/>
            <p:cNvSpPr/>
            <p:nvPr/>
          </p:nvSpPr>
          <p:spPr>
            <a:xfrm>
              <a:off x="8117925" y="1718572"/>
              <a:ext cx="947273" cy="2876589"/>
            </a:xfrm>
            <a:custGeom>
              <a:rect b="b" l="l" r="r" t="t"/>
              <a:pathLst>
                <a:path extrusionOk="0" h="3223069" w="1061370">
                  <a:moveTo>
                    <a:pt x="957929" y="0"/>
                  </a:moveTo>
                  <a:lnTo>
                    <a:pt x="957929" y="200882"/>
                  </a:lnTo>
                  <a:lnTo>
                    <a:pt x="103442" y="200882"/>
                  </a:lnTo>
                  <a:lnTo>
                    <a:pt x="103442" y="0"/>
                  </a:lnTo>
                  <a:lnTo>
                    <a:pt x="0" y="0"/>
                  </a:lnTo>
                  <a:lnTo>
                    <a:pt x="0" y="3223069"/>
                  </a:lnTo>
                  <a:lnTo>
                    <a:pt x="103442" y="3223069"/>
                  </a:lnTo>
                  <a:lnTo>
                    <a:pt x="103442" y="3027712"/>
                  </a:lnTo>
                  <a:lnTo>
                    <a:pt x="957929" y="3027712"/>
                  </a:lnTo>
                  <a:lnTo>
                    <a:pt x="957929" y="3223069"/>
                  </a:lnTo>
                  <a:lnTo>
                    <a:pt x="1061371" y="3223069"/>
                  </a:lnTo>
                  <a:lnTo>
                    <a:pt x="1061371" y="0"/>
                  </a:lnTo>
                  <a:lnTo>
                    <a:pt x="957929" y="0"/>
                  </a:lnTo>
                  <a:close/>
                  <a:moveTo>
                    <a:pt x="957929" y="288036"/>
                  </a:moveTo>
                  <a:lnTo>
                    <a:pt x="957929" y="505301"/>
                  </a:lnTo>
                  <a:lnTo>
                    <a:pt x="103442" y="505301"/>
                  </a:lnTo>
                  <a:lnTo>
                    <a:pt x="103442" y="288036"/>
                  </a:lnTo>
                  <a:lnTo>
                    <a:pt x="957929" y="288036"/>
                  </a:lnTo>
                  <a:close/>
                  <a:moveTo>
                    <a:pt x="103442" y="2331720"/>
                  </a:moveTo>
                  <a:lnTo>
                    <a:pt x="103442" y="2114455"/>
                  </a:lnTo>
                  <a:lnTo>
                    <a:pt x="957929" y="2114455"/>
                  </a:lnTo>
                  <a:lnTo>
                    <a:pt x="957929" y="2331720"/>
                  </a:lnTo>
                  <a:lnTo>
                    <a:pt x="103442" y="2331720"/>
                  </a:lnTo>
                  <a:close/>
                  <a:moveTo>
                    <a:pt x="957929" y="2418874"/>
                  </a:moveTo>
                  <a:lnTo>
                    <a:pt x="957929" y="2636139"/>
                  </a:lnTo>
                  <a:lnTo>
                    <a:pt x="103442" y="2636139"/>
                  </a:lnTo>
                  <a:lnTo>
                    <a:pt x="103442" y="2418874"/>
                  </a:lnTo>
                  <a:lnTo>
                    <a:pt x="957929" y="2418874"/>
                  </a:lnTo>
                  <a:close/>
                  <a:moveTo>
                    <a:pt x="103442" y="2027301"/>
                  </a:moveTo>
                  <a:lnTo>
                    <a:pt x="103442" y="1810036"/>
                  </a:lnTo>
                  <a:lnTo>
                    <a:pt x="957929" y="1810036"/>
                  </a:lnTo>
                  <a:lnTo>
                    <a:pt x="957929" y="2027301"/>
                  </a:lnTo>
                  <a:lnTo>
                    <a:pt x="103442" y="2027301"/>
                  </a:lnTo>
                  <a:close/>
                  <a:moveTo>
                    <a:pt x="103442" y="1722882"/>
                  </a:moveTo>
                  <a:lnTo>
                    <a:pt x="103442" y="1505617"/>
                  </a:lnTo>
                  <a:lnTo>
                    <a:pt x="957929" y="1505617"/>
                  </a:lnTo>
                  <a:lnTo>
                    <a:pt x="957929" y="1722882"/>
                  </a:lnTo>
                  <a:lnTo>
                    <a:pt x="103442" y="1722882"/>
                  </a:lnTo>
                  <a:close/>
                  <a:moveTo>
                    <a:pt x="103442" y="1418463"/>
                  </a:moveTo>
                  <a:lnTo>
                    <a:pt x="103442" y="1201198"/>
                  </a:lnTo>
                  <a:lnTo>
                    <a:pt x="957929" y="1201198"/>
                  </a:lnTo>
                  <a:lnTo>
                    <a:pt x="957929" y="1418463"/>
                  </a:lnTo>
                  <a:lnTo>
                    <a:pt x="103442" y="1418463"/>
                  </a:lnTo>
                  <a:close/>
                  <a:moveTo>
                    <a:pt x="103442" y="1114044"/>
                  </a:moveTo>
                  <a:lnTo>
                    <a:pt x="103442" y="896779"/>
                  </a:lnTo>
                  <a:lnTo>
                    <a:pt x="957929" y="896779"/>
                  </a:lnTo>
                  <a:lnTo>
                    <a:pt x="957929" y="1114044"/>
                  </a:lnTo>
                  <a:lnTo>
                    <a:pt x="103442" y="1114044"/>
                  </a:lnTo>
                  <a:close/>
                  <a:moveTo>
                    <a:pt x="103442" y="809625"/>
                  </a:moveTo>
                  <a:lnTo>
                    <a:pt x="103442" y="592360"/>
                  </a:lnTo>
                  <a:lnTo>
                    <a:pt x="957929" y="592360"/>
                  </a:lnTo>
                  <a:lnTo>
                    <a:pt x="957929" y="809625"/>
                  </a:lnTo>
                  <a:lnTo>
                    <a:pt x="103442" y="809625"/>
                  </a:lnTo>
                  <a:close/>
                  <a:moveTo>
                    <a:pt x="103442" y="2940463"/>
                  </a:moveTo>
                  <a:lnTo>
                    <a:pt x="103442" y="2723198"/>
                  </a:lnTo>
                  <a:lnTo>
                    <a:pt x="957929" y="2723198"/>
                  </a:lnTo>
                  <a:lnTo>
                    <a:pt x="957929" y="2940463"/>
                  </a:lnTo>
                  <a:lnTo>
                    <a:pt x="103442" y="2940463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61" name="Google Shape;261;p24"/>
            <p:cNvGrpSpPr/>
            <p:nvPr/>
          </p:nvGrpSpPr>
          <p:grpSpPr>
            <a:xfrm>
              <a:off x="8320232" y="4052452"/>
              <a:ext cx="542679" cy="542699"/>
              <a:chOff x="1151000" y="3770450"/>
              <a:chExt cx="651475" cy="651500"/>
            </a:xfrm>
          </p:grpSpPr>
          <p:sp>
            <p:nvSpPr>
              <p:cNvPr id="262" name="Google Shape;262;p24"/>
              <p:cNvSpPr/>
              <p:nvPr/>
            </p:nvSpPr>
            <p:spPr>
              <a:xfrm>
                <a:off x="1151000" y="3770450"/>
                <a:ext cx="651475" cy="651500"/>
              </a:xfrm>
              <a:custGeom>
                <a:rect b="b" l="l" r="r" t="t"/>
                <a:pathLst>
                  <a:path extrusionOk="0" h="26060" w="26059">
                    <a:moveTo>
                      <a:pt x="13026" y="1"/>
                    </a:moveTo>
                    <a:cubicBezTo>
                      <a:pt x="11340" y="1"/>
                      <a:pt x="9720" y="326"/>
                      <a:pt x="8239" y="910"/>
                    </a:cubicBezTo>
                    <a:cubicBezTo>
                      <a:pt x="3413" y="2822"/>
                      <a:pt x="0" y="7523"/>
                      <a:pt x="0" y="13033"/>
                    </a:cubicBezTo>
                    <a:cubicBezTo>
                      <a:pt x="0" y="14182"/>
                      <a:pt x="146" y="15291"/>
                      <a:pt x="425" y="16353"/>
                    </a:cubicBezTo>
                    <a:cubicBezTo>
                      <a:pt x="1122" y="18995"/>
                      <a:pt x="2622" y="21306"/>
                      <a:pt x="4654" y="23012"/>
                    </a:cubicBezTo>
                    <a:cubicBezTo>
                      <a:pt x="6918" y="24917"/>
                      <a:pt x="9839" y="26059"/>
                      <a:pt x="13026" y="26059"/>
                    </a:cubicBezTo>
                    <a:cubicBezTo>
                      <a:pt x="16558" y="26059"/>
                      <a:pt x="19758" y="24658"/>
                      <a:pt x="22108" y="22381"/>
                    </a:cubicBezTo>
                    <a:cubicBezTo>
                      <a:pt x="23874" y="20662"/>
                      <a:pt x="25156" y="18451"/>
                      <a:pt x="25727" y="15968"/>
                    </a:cubicBezTo>
                    <a:cubicBezTo>
                      <a:pt x="25946" y="15025"/>
                      <a:pt x="26059" y="14042"/>
                      <a:pt x="26059" y="13033"/>
                    </a:cubicBezTo>
                    <a:cubicBezTo>
                      <a:pt x="26059" y="7337"/>
                      <a:pt x="22407" y="2497"/>
                      <a:pt x="17322" y="724"/>
                    </a:cubicBezTo>
                    <a:cubicBezTo>
                      <a:pt x="15974" y="260"/>
                      <a:pt x="14533" y="1"/>
                      <a:pt x="1302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3" name="Google Shape;263;p24"/>
              <p:cNvSpPr/>
              <p:nvPr/>
            </p:nvSpPr>
            <p:spPr>
              <a:xfrm>
                <a:off x="1239300" y="3909875"/>
                <a:ext cx="172800" cy="217625"/>
              </a:xfrm>
              <a:custGeom>
                <a:rect b="b" l="l" r="r" t="t"/>
                <a:pathLst>
                  <a:path extrusionOk="0" h="8705" w="6912">
                    <a:moveTo>
                      <a:pt x="4169" y="0"/>
                    </a:moveTo>
                    <a:cubicBezTo>
                      <a:pt x="2702" y="784"/>
                      <a:pt x="1308" y="1700"/>
                      <a:pt x="7" y="2736"/>
                    </a:cubicBezTo>
                    <a:cubicBezTo>
                      <a:pt x="47" y="4429"/>
                      <a:pt x="0" y="6122"/>
                      <a:pt x="40" y="7821"/>
                    </a:cubicBezTo>
                    <a:cubicBezTo>
                      <a:pt x="1447" y="8047"/>
                      <a:pt x="2828" y="8479"/>
                      <a:pt x="4236" y="8704"/>
                    </a:cubicBezTo>
                    <a:cubicBezTo>
                      <a:pt x="5086" y="7058"/>
                      <a:pt x="6068" y="5538"/>
                      <a:pt x="6911" y="3891"/>
                    </a:cubicBezTo>
                    <a:cubicBezTo>
                      <a:pt x="5989" y="2623"/>
                      <a:pt x="5092" y="1269"/>
                      <a:pt x="4169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4" name="Google Shape;264;p24"/>
              <p:cNvSpPr/>
              <p:nvPr/>
            </p:nvSpPr>
            <p:spPr>
              <a:xfrm>
                <a:off x="1556150" y="3909375"/>
                <a:ext cx="181100" cy="214300"/>
              </a:xfrm>
              <a:custGeom>
                <a:rect b="b" l="l" r="r" t="t"/>
                <a:pathLst>
                  <a:path extrusionOk="0" h="8572" w="7244">
                    <a:moveTo>
                      <a:pt x="2616" y="1"/>
                    </a:moveTo>
                    <a:lnTo>
                      <a:pt x="0" y="3758"/>
                    </a:lnTo>
                    <a:cubicBezTo>
                      <a:pt x="963" y="5365"/>
                      <a:pt x="1965" y="6965"/>
                      <a:pt x="2935" y="8572"/>
                    </a:cubicBezTo>
                    <a:cubicBezTo>
                      <a:pt x="4349" y="8200"/>
                      <a:pt x="5823" y="7888"/>
                      <a:pt x="7244" y="7516"/>
                    </a:cubicBezTo>
                    <a:cubicBezTo>
                      <a:pt x="7111" y="5770"/>
                      <a:pt x="6991" y="4037"/>
                      <a:pt x="6858" y="2291"/>
                    </a:cubicBezTo>
                    <a:cubicBezTo>
                      <a:pt x="5524" y="1408"/>
                      <a:pt x="4090" y="625"/>
                      <a:pt x="2616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5" name="Google Shape;265;p24"/>
              <p:cNvSpPr/>
              <p:nvPr/>
            </p:nvSpPr>
            <p:spPr>
              <a:xfrm>
                <a:off x="1379375" y="4251300"/>
                <a:ext cx="217125" cy="148575"/>
              </a:xfrm>
              <a:custGeom>
                <a:rect b="b" l="l" r="r" t="t"/>
                <a:pathLst>
                  <a:path extrusionOk="0" h="5943" w="8685">
                    <a:moveTo>
                      <a:pt x="1680" y="0"/>
                    </a:moveTo>
                    <a:cubicBezTo>
                      <a:pt x="1116" y="1282"/>
                      <a:pt x="558" y="2570"/>
                      <a:pt x="1" y="3851"/>
                    </a:cubicBezTo>
                    <a:cubicBezTo>
                      <a:pt x="1408" y="4548"/>
                      <a:pt x="2955" y="5245"/>
                      <a:pt x="4362" y="5942"/>
                    </a:cubicBezTo>
                    <a:cubicBezTo>
                      <a:pt x="5783" y="5252"/>
                      <a:pt x="7264" y="4528"/>
                      <a:pt x="8685" y="3838"/>
                    </a:cubicBezTo>
                    <a:cubicBezTo>
                      <a:pt x="8180" y="2563"/>
                      <a:pt x="7755" y="1315"/>
                      <a:pt x="7257" y="40"/>
                    </a:cubicBezTo>
                    <a:cubicBezTo>
                      <a:pt x="5405" y="33"/>
                      <a:pt x="3526" y="7"/>
                      <a:pt x="168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6" name="Google Shape;266;p24"/>
              <p:cNvSpPr/>
              <p:nvPr/>
            </p:nvSpPr>
            <p:spPr>
              <a:xfrm>
                <a:off x="1703375" y="4169625"/>
                <a:ext cx="90800" cy="160375"/>
              </a:xfrm>
              <a:custGeom>
                <a:rect b="b" l="l" r="r" t="t"/>
                <a:pathLst>
                  <a:path extrusionOk="0" h="6415" w="3632">
                    <a:moveTo>
                      <a:pt x="3632" y="1"/>
                    </a:moveTo>
                    <a:cubicBezTo>
                      <a:pt x="3280" y="319"/>
                      <a:pt x="2921" y="638"/>
                      <a:pt x="2563" y="944"/>
                    </a:cubicBezTo>
                    <a:cubicBezTo>
                      <a:pt x="2105" y="2703"/>
                      <a:pt x="1228" y="4316"/>
                      <a:pt x="0" y="5651"/>
                    </a:cubicBezTo>
                    <a:lnTo>
                      <a:pt x="13" y="6414"/>
                    </a:lnTo>
                    <a:cubicBezTo>
                      <a:pt x="1779" y="4695"/>
                      <a:pt x="3061" y="2484"/>
                      <a:pt x="3632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7" name="Google Shape;267;p24"/>
              <p:cNvSpPr/>
              <p:nvPr/>
            </p:nvSpPr>
            <p:spPr>
              <a:xfrm>
                <a:off x="1356975" y="3770450"/>
                <a:ext cx="227075" cy="55475"/>
              </a:xfrm>
              <a:custGeom>
                <a:rect b="b" l="l" r="r" t="t"/>
                <a:pathLst>
                  <a:path extrusionOk="0" h="2219" w="9083">
                    <a:moveTo>
                      <a:pt x="4794" y="1"/>
                    </a:moveTo>
                    <a:cubicBezTo>
                      <a:pt x="3101" y="1"/>
                      <a:pt x="1481" y="326"/>
                      <a:pt x="0" y="910"/>
                    </a:cubicBezTo>
                    <a:cubicBezTo>
                      <a:pt x="711" y="1335"/>
                      <a:pt x="1441" y="1813"/>
                      <a:pt x="2145" y="2218"/>
                    </a:cubicBezTo>
                    <a:cubicBezTo>
                      <a:pt x="3120" y="1954"/>
                      <a:pt x="4133" y="1822"/>
                      <a:pt x="5145" y="1822"/>
                    </a:cubicBezTo>
                    <a:cubicBezTo>
                      <a:pt x="6014" y="1822"/>
                      <a:pt x="6882" y="1919"/>
                      <a:pt x="7728" y="2112"/>
                    </a:cubicBezTo>
                    <a:cubicBezTo>
                      <a:pt x="8193" y="1680"/>
                      <a:pt x="8631" y="1182"/>
                      <a:pt x="9083" y="724"/>
                    </a:cubicBezTo>
                    <a:cubicBezTo>
                      <a:pt x="7741" y="260"/>
                      <a:pt x="6294" y="1"/>
                      <a:pt x="4794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8" name="Google Shape;268;p24"/>
              <p:cNvSpPr/>
              <p:nvPr/>
            </p:nvSpPr>
            <p:spPr>
              <a:xfrm>
                <a:off x="1161600" y="4179250"/>
                <a:ext cx="107600" cy="166500"/>
              </a:xfrm>
              <a:custGeom>
                <a:rect b="b" l="l" r="r" t="t"/>
                <a:pathLst>
                  <a:path extrusionOk="0" h="6660" w="4304">
                    <a:moveTo>
                      <a:pt x="1" y="1"/>
                    </a:moveTo>
                    <a:lnTo>
                      <a:pt x="1" y="1"/>
                    </a:lnTo>
                    <a:cubicBezTo>
                      <a:pt x="698" y="2643"/>
                      <a:pt x="2198" y="4954"/>
                      <a:pt x="4230" y="6660"/>
                    </a:cubicBezTo>
                    <a:cubicBezTo>
                      <a:pt x="4257" y="6381"/>
                      <a:pt x="4277" y="6102"/>
                      <a:pt x="4303" y="5830"/>
                    </a:cubicBezTo>
                    <a:cubicBezTo>
                      <a:pt x="3055" y="4535"/>
                      <a:pt x="2059" y="2849"/>
                      <a:pt x="1548" y="1123"/>
                    </a:cubicBezTo>
                    <a:cubicBezTo>
                      <a:pt x="990" y="798"/>
                      <a:pt x="479" y="432"/>
                      <a:pt x="1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69" name="Google Shape;269;p24"/>
              <p:cNvSpPr/>
              <p:nvPr/>
            </p:nvSpPr>
            <p:spPr>
              <a:xfrm>
                <a:off x="1333725" y="3817150"/>
                <a:ext cx="80875" cy="109025"/>
              </a:xfrm>
              <a:custGeom>
                <a:rect b="b" l="l" r="r" t="t"/>
                <a:pathLst>
                  <a:path extrusionOk="0" h="4361" w="3235">
                    <a:moveTo>
                      <a:pt x="3065" y="1"/>
                    </a:moveTo>
                    <a:cubicBezTo>
                      <a:pt x="3028" y="1"/>
                      <a:pt x="2991" y="16"/>
                      <a:pt x="2962" y="45"/>
                    </a:cubicBezTo>
                    <a:cubicBezTo>
                      <a:pt x="1734" y="1226"/>
                      <a:pt x="751" y="2601"/>
                      <a:pt x="34" y="4141"/>
                    </a:cubicBezTo>
                    <a:cubicBezTo>
                      <a:pt x="1" y="4221"/>
                      <a:pt x="34" y="4314"/>
                      <a:pt x="114" y="4347"/>
                    </a:cubicBezTo>
                    <a:cubicBezTo>
                      <a:pt x="134" y="4360"/>
                      <a:pt x="153" y="4360"/>
                      <a:pt x="173" y="4360"/>
                    </a:cubicBezTo>
                    <a:cubicBezTo>
                      <a:pt x="233" y="4360"/>
                      <a:pt x="293" y="4334"/>
                      <a:pt x="313" y="4274"/>
                    </a:cubicBezTo>
                    <a:cubicBezTo>
                      <a:pt x="1017" y="2767"/>
                      <a:pt x="1979" y="1419"/>
                      <a:pt x="3174" y="264"/>
                    </a:cubicBezTo>
                    <a:cubicBezTo>
                      <a:pt x="3234" y="211"/>
                      <a:pt x="3234" y="111"/>
                      <a:pt x="3174" y="51"/>
                    </a:cubicBezTo>
                    <a:cubicBezTo>
                      <a:pt x="3144" y="17"/>
                      <a:pt x="3104" y="1"/>
                      <a:pt x="3065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0" name="Google Shape;270;p24"/>
              <p:cNvSpPr/>
              <p:nvPr/>
            </p:nvSpPr>
            <p:spPr>
              <a:xfrm>
                <a:off x="1173225" y="3946275"/>
                <a:ext cx="75375" cy="36150"/>
              </a:xfrm>
              <a:custGeom>
                <a:rect b="b" l="l" r="r" t="t"/>
                <a:pathLst>
                  <a:path extrusionOk="0" h="1446" w="3015">
                    <a:moveTo>
                      <a:pt x="181" y="0"/>
                    </a:moveTo>
                    <a:cubicBezTo>
                      <a:pt x="119" y="0"/>
                      <a:pt x="59" y="38"/>
                      <a:pt x="34" y="98"/>
                    </a:cubicBezTo>
                    <a:cubicBezTo>
                      <a:pt x="1" y="178"/>
                      <a:pt x="40" y="264"/>
                      <a:pt x="120" y="297"/>
                    </a:cubicBezTo>
                    <a:lnTo>
                      <a:pt x="2782" y="1433"/>
                    </a:lnTo>
                    <a:cubicBezTo>
                      <a:pt x="2802" y="1439"/>
                      <a:pt x="2822" y="1446"/>
                      <a:pt x="2842" y="1446"/>
                    </a:cubicBezTo>
                    <a:cubicBezTo>
                      <a:pt x="2902" y="1446"/>
                      <a:pt x="2962" y="1413"/>
                      <a:pt x="2982" y="1353"/>
                    </a:cubicBezTo>
                    <a:cubicBezTo>
                      <a:pt x="3015" y="1273"/>
                      <a:pt x="2982" y="1180"/>
                      <a:pt x="2902" y="1147"/>
                    </a:cubicBezTo>
                    <a:lnTo>
                      <a:pt x="240" y="12"/>
                    </a:lnTo>
                    <a:cubicBezTo>
                      <a:pt x="221" y="4"/>
                      <a:pt x="201" y="0"/>
                      <a:pt x="18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1" name="Google Shape;271;p24"/>
              <p:cNvSpPr/>
              <p:nvPr/>
            </p:nvSpPr>
            <p:spPr>
              <a:xfrm>
                <a:off x="1194300" y="4098500"/>
                <a:ext cx="54150" cy="115975"/>
              </a:xfrm>
              <a:custGeom>
                <a:rect b="b" l="l" r="r" t="t"/>
                <a:pathLst>
                  <a:path extrusionOk="0" h="4639" w="2166">
                    <a:moveTo>
                      <a:pt x="1992" y="1"/>
                    </a:moveTo>
                    <a:cubicBezTo>
                      <a:pt x="1939" y="1"/>
                      <a:pt x="1886" y="29"/>
                      <a:pt x="1860" y="77"/>
                    </a:cubicBezTo>
                    <a:cubicBezTo>
                      <a:pt x="1030" y="1432"/>
                      <a:pt x="412" y="2906"/>
                      <a:pt x="27" y="4446"/>
                    </a:cubicBezTo>
                    <a:cubicBezTo>
                      <a:pt x="1" y="4532"/>
                      <a:pt x="54" y="4612"/>
                      <a:pt x="134" y="4632"/>
                    </a:cubicBezTo>
                    <a:cubicBezTo>
                      <a:pt x="147" y="4638"/>
                      <a:pt x="160" y="4638"/>
                      <a:pt x="173" y="4638"/>
                    </a:cubicBezTo>
                    <a:cubicBezTo>
                      <a:pt x="240" y="4638"/>
                      <a:pt x="306" y="4592"/>
                      <a:pt x="320" y="4525"/>
                    </a:cubicBezTo>
                    <a:cubicBezTo>
                      <a:pt x="705" y="3012"/>
                      <a:pt x="1309" y="1571"/>
                      <a:pt x="2119" y="237"/>
                    </a:cubicBezTo>
                    <a:cubicBezTo>
                      <a:pt x="2165" y="164"/>
                      <a:pt x="2145" y="71"/>
                      <a:pt x="2072" y="24"/>
                    </a:cubicBezTo>
                    <a:cubicBezTo>
                      <a:pt x="2047" y="8"/>
                      <a:pt x="2020" y="1"/>
                      <a:pt x="199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2" name="Google Shape;272;p24"/>
              <p:cNvSpPr/>
              <p:nvPr/>
            </p:nvSpPr>
            <p:spPr>
              <a:xfrm>
                <a:off x="1336375" y="4115275"/>
                <a:ext cx="92825" cy="146175"/>
              </a:xfrm>
              <a:custGeom>
                <a:rect b="b" l="l" r="r" t="t"/>
                <a:pathLst>
                  <a:path extrusionOk="0" h="5847" w="3713">
                    <a:moveTo>
                      <a:pt x="174" y="1"/>
                    </a:moveTo>
                    <a:cubicBezTo>
                      <a:pt x="146" y="1"/>
                      <a:pt x="119" y="8"/>
                      <a:pt x="94" y="24"/>
                    </a:cubicBezTo>
                    <a:cubicBezTo>
                      <a:pt x="28" y="70"/>
                      <a:pt x="1" y="163"/>
                      <a:pt x="47" y="236"/>
                    </a:cubicBezTo>
                    <a:lnTo>
                      <a:pt x="3407" y="5773"/>
                    </a:lnTo>
                    <a:cubicBezTo>
                      <a:pt x="3433" y="5820"/>
                      <a:pt x="3487" y="5846"/>
                      <a:pt x="3540" y="5846"/>
                    </a:cubicBezTo>
                    <a:cubicBezTo>
                      <a:pt x="3566" y="5846"/>
                      <a:pt x="3593" y="5840"/>
                      <a:pt x="3619" y="5820"/>
                    </a:cubicBezTo>
                    <a:cubicBezTo>
                      <a:pt x="3692" y="5780"/>
                      <a:pt x="3712" y="5687"/>
                      <a:pt x="3672" y="5607"/>
                    </a:cubicBezTo>
                    <a:lnTo>
                      <a:pt x="306" y="77"/>
                    </a:lnTo>
                    <a:cubicBezTo>
                      <a:pt x="280" y="29"/>
                      <a:pt x="228" y="1"/>
                      <a:pt x="1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3" name="Google Shape;273;p24"/>
              <p:cNvSpPr/>
              <p:nvPr/>
            </p:nvSpPr>
            <p:spPr>
              <a:xfrm>
                <a:off x="1258875" y="4324600"/>
                <a:ext cx="134300" cy="30625"/>
              </a:xfrm>
              <a:custGeom>
                <a:rect b="b" l="l" r="r" t="t"/>
                <a:pathLst>
                  <a:path extrusionOk="0" h="1225" w="5372">
                    <a:moveTo>
                      <a:pt x="169" y="1"/>
                    </a:moveTo>
                    <a:cubicBezTo>
                      <a:pt x="92" y="1"/>
                      <a:pt x="26" y="57"/>
                      <a:pt x="14" y="129"/>
                    </a:cubicBezTo>
                    <a:cubicBezTo>
                      <a:pt x="0" y="215"/>
                      <a:pt x="54" y="295"/>
                      <a:pt x="140" y="308"/>
                    </a:cubicBezTo>
                    <a:lnTo>
                      <a:pt x="5179" y="1224"/>
                    </a:lnTo>
                    <a:lnTo>
                      <a:pt x="5206" y="1224"/>
                    </a:lnTo>
                    <a:cubicBezTo>
                      <a:pt x="5279" y="1224"/>
                      <a:pt x="5345" y="1171"/>
                      <a:pt x="5358" y="1098"/>
                    </a:cubicBezTo>
                    <a:cubicBezTo>
                      <a:pt x="5372" y="1018"/>
                      <a:pt x="5318" y="932"/>
                      <a:pt x="5232" y="919"/>
                    </a:cubicBezTo>
                    <a:lnTo>
                      <a:pt x="193" y="3"/>
                    </a:lnTo>
                    <a:cubicBezTo>
                      <a:pt x="185" y="1"/>
                      <a:pt x="177" y="1"/>
                      <a:pt x="16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4" name="Google Shape;274;p24"/>
              <p:cNvSpPr/>
              <p:nvPr/>
            </p:nvSpPr>
            <p:spPr>
              <a:xfrm>
                <a:off x="1485425" y="4389375"/>
                <a:ext cx="9325" cy="32075"/>
              </a:xfrm>
              <a:custGeom>
                <a:rect b="b" l="l" r="r" t="t"/>
                <a:pathLst>
                  <a:path extrusionOk="0" h="1283" w="373">
                    <a:moveTo>
                      <a:pt x="159" y="1"/>
                    </a:moveTo>
                    <a:cubicBezTo>
                      <a:pt x="155" y="1"/>
                      <a:pt x="151" y="1"/>
                      <a:pt x="147" y="1"/>
                    </a:cubicBezTo>
                    <a:cubicBezTo>
                      <a:pt x="61" y="8"/>
                      <a:pt x="1" y="81"/>
                      <a:pt x="1" y="167"/>
                    </a:cubicBezTo>
                    <a:lnTo>
                      <a:pt x="61" y="1136"/>
                    </a:lnTo>
                    <a:cubicBezTo>
                      <a:pt x="67" y="1216"/>
                      <a:pt x="134" y="1282"/>
                      <a:pt x="213" y="1282"/>
                    </a:cubicBezTo>
                    <a:lnTo>
                      <a:pt x="227" y="1282"/>
                    </a:lnTo>
                    <a:cubicBezTo>
                      <a:pt x="313" y="1276"/>
                      <a:pt x="373" y="1203"/>
                      <a:pt x="373" y="1116"/>
                    </a:cubicBezTo>
                    <a:lnTo>
                      <a:pt x="313" y="147"/>
                    </a:lnTo>
                    <a:cubicBezTo>
                      <a:pt x="307" y="65"/>
                      <a:pt x="240" y="1"/>
                      <a:pt x="159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5" name="Google Shape;275;p24"/>
              <p:cNvSpPr/>
              <p:nvPr/>
            </p:nvSpPr>
            <p:spPr>
              <a:xfrm>
                <a:off x="1579375" y="4308200"/>
                <a:ext cx="132650" cy="41050"/>
              </a:xfrm>
              <a:custGeom>
                <a:rect b="b" l="l" r="r" t="t"/>
                <a:pathLst>
                  <a:path extrusionOk="0" h="1642" w="5306">
                    <a:moveTo>
                      <a:pt x="5131" y="1"/>
                    </a:moveTo>
                    <a:cubicBezTo>
                      <a:pt x="5109" y="1"/>
                      <a:pt x="5087" y="5"/>
                      <a:pt x="5066" y="15"/>
                    </a:cubicBezTo>
                    <a:cubicBezTo>
                      <a:pt x="3513" y="752"/>
                      <a:pt x="1860" y="1196"/>
                      <a:pt x="147" y="1329"/>
                    </a:cubicBezTo>
                    <a:cubicBezTo>
                      <a:pt x="60" y="1336"/>
                      <a:pt x="1" y="1409"/>
                      <a:pt x="7" y="1495"/>
                    </a:cubicBezTo>
                    <a:cubicBezTo>
                      <a:pt x="14" y="1575"/>
                      <a:pt x="80" y="1641"/>
                      <a:pt x="160" y="1641"/>
                    </a:cubicBezTo>
                    <a:cubicBezTo>
                      <a:pt x="167" y="1641"/>
                      <a:pt x="167" y="1641"/>
                      <a:pt x="173" y="1635"/>
                    </a:cubicBezTo>
                    <a:cubicBezTo>
                      <a:pt x="1919" y="1502"/>
                      <a:pt x="3612" y="1044"/>
                      <a:pt x="5193" y="294"/>
                    </a:cubicBezTo>
                    <a:cubicBezTo>
                      <a:pt x="5272" y="254"/>
                      <a:pt x="5305" y="167"/>
                      <a:pt x="5266" y="88"/>
                    </a:cubicBezTo>
                    <a:cubicBezTo>
                      <a:pt x="5242" y="31"/>
                      <a:pt x="5187" y="1"/>
                      <a:pt x="5131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6" name="Google Shape;276;p24"/>
              <p:cNvSpPr/>
              <p:nvPr/>
            </p:nvSpPr>
            <p:spPr>
              <a:xfrm>
                <a:off x="1550500" y="4116050"/>
                <a:ext cx="85350" cy="143075"/>
              </a:xfrm>
              <a:custGeom>
                <a:rect b="b" l="l" r="r" t="t"/>
                <a:pathLst>
                  <a:path extrusionOk="0" h="5723" w="3414">
                    <a:moveTo>
                      <a:pt x="3236" y="1"/>
                    </a:moveTo>
                    <a:cubicBezTo>
                      <a:pt x="3181" y="1"/>
                      <a:pt x="3128" y="29"/>
                      <a:pt x="3101" y="79"/>
                    </a:cubicBezTo>
                    <a:lnTo>
                      <a:pt x="40" y="5497"/>
                    </a:lnTo>
                    <a:cubicBezTo>
                      <a:pt x="0" y="5570"/>
                      <a:pt x="27" y="5662"/>
                      <a:pt x="100" y="5702"/>
                    </a:cubicBezTo>
                    <a:cubicBezTo>
                      <a:pt x="120" y="5716"/>
                      <a:pt x="147" y="5722"/>
                      <a:pt x="173" y="5722"/>
                    </a:cubicBezTo>
                    <a:cubicBezTo>
                      <a:pt x="226" y="5722"/>
                      <a:pt x="279" y="5696"/>
                      <a:pt x="306" y="5649"/>
                    </a:cubicBezTo>
                    <a:lnTo>
                      <a:pt x="3367" y="232"/>
                    </a:lnTo>
                    <a:cubicBezTo>
                      <a:pt x="3413" y="152"/>
                      <a:pt x="3386" y="59"/>
                      <a:pt x="3313" y="19"/>
                    </a:cubicBezTo>
                    <a:cubicBezTo>
                      <a:pt x="3288" y="7"/>
                      <a:pt x="3262" y="1"/>
                      <a:pt x="323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7" name="Google Shape;277;p24"/>
              <p:cNvSpPr/>
              <p:nvPr/>
            </p:nvSpPr>
            <p:spPr>
              <a:xfrm>
                <a:off x="1727925" y="4087100"/>
                <a:ext cx="48825" cy="117750"/>
              </a:xfrm>
              <a:custGeom>
                <a:rect b="b" l="l" r="r" t="t"/>
                <a:pathLst>
                  <a:path extrusionOk="0" h="4710" w="1953">
                    <a:moveTo>
                      <a:pt x="170" y="1"/>
                    </a:moveTo>
                    <a:cubicBezTo>
                      <a:pt x="154" y="1"/>
                      <a:pt x="137" y="3"/>
                      <a:pt x="120" y="9"/>
                    </a:cubicBezTo>
                    <a:cubicBezTo>
                      <a:pt x="41" y="35"/>
                      <a:pt x="1" y="128"/>
                      <a:pt x="27" y="208"/>
                    </a:cubicBezTo>
                    <a:lnTo>
                      <a:pt x="1634" y="4610"/>
                    </a:lnTo>
                    <a:cubicBezTo>
                      <a:pt x="1654" y="4669"/>
                      <a:pt x="1714" y="4709"/>
                      <a:pt x="1780" y="4709"/>
                    </a:cubicBezTo>
                    <a:cubicBezTo>
                      <a:pt x="1793" y="4709"/>
                      <a:pt x="1813" y="4703"/>
                      <a:pt x="1833" y="4696"/>
                    </a:cubicBezTo>
                    <a:cubicBezTo>
                      <a:pt x="1913" y="4669"/>
                      <a:pt x="1953" y="4583"/>
                      <a:pt x="1926" y="4503"/>
                    </a:cubicBezTo>
                    <a:lnTo>
                      <a:pt x="319" y="102"/>
                    </a:lnTo>
                    <a:cubicBezTo>
                      <a:pt x="293" y="39"/>
                      <a:pt x="234" y="1"/>
                      <a:pt x="170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8" name="Google Shape;278;p24"/>
              <p:cNvSpPr/>
              <p:nvPr/>
            </p:nvSpPr>
            <p:spPr>
              <a:xfrm>
                <a:off x="1721300" y="3939075"/>
                <a:ext cx="54300" cy="34725"/>
              </a:xfrm>
              <a:custGeom>
                <a:rect b="b" l="l" r="r" t="t"/>
                <a:pathLst>
                  <a:path extrusionOk="0" h="1389" w="2172">
                    <a:moveTo>
                      <a:pt x="1998" y="1"/>
                    </a:moveTo>
                    <a:cubicBezTo>
                      <a:pt x="1971" y="1"/>
                      <a:pt x="1944" y="7"/>
                      <a:pt x="1919" y="21"/>
                    </a:cubicBezTo>
                    <a:lnTo>
                      <a:pt x="93" y="1103"/>
                    </a:lnTo>
                    <a:cubicBezTo>
                      <a:pt x="20" y="1143"/>
                      <a:pt x="0" y="1236"/>
                      <a:pt x="40" y="1309"/>
                    </a:cubicBezTo>
                    <a:cubicBezTo>
                      <a:pt x="73" y="1362"/>
                      <a:pt x="120" y="1389"/>
                      <a:pt x="173" y="1389"/>
                    </a:cubicBezTo>
                    <a:cubicBezTo>
                      <a:pt x="199" y="1389"/>
                      <a:pt x="226" y="1382"/>
                      <a:pt x="252" y="1362"/>
                    </a:cubicBezTo>
                    <a:lnTo>
                      <a:pt x="2078" y="286"/>
                    </a:lnTo>
                    <a:cubicBezTo>
                      <a:pt x="2145" y="247"/>
                      <a:pt x="2171" y="147"/>
                      <a:pt x="2131" y="74"/>
                    </a:cubicBezTo>
                    <a:cubicBezTo>
                      <a:pt x="2101" y="26"/>
                      <a:pt x="2050" y="1"/>
                      <a:pt x="199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79" name="Google Shape;279;p24"/>
              <p:cNvSpPr/>
              <p:nvPr/>
            </p:nvSpPr>
            <p:spPr>
              <a:xfrm>
                <a:off x="1546025" y="3813250"/>
                <a:ext cx="85825" cy="114750"/>
              </a:xfrm>
              <a:custGeom>
                <a:rect b="b" l="l" r="r" t="t"/>
                <a:pathLst>
                  <a:path extrusionOk="0" h="4590" w="3433">
                    <a:moveTo>
                      <a:pt x="176" y="1"/>
                    </a:moveTo>
                    <a:cubicBezTo>
                      <a:pt x="145" y="1"/>
                      <a:pt x="113" y="10"/>
                      <a:pt x="87" y="28"/>
                    </a:cubicBezTo>
                    <a:cubicBezTo>
                      <a:pt x="14" y="81"/>
                      <a:pt x="0" y="174"/>
                      <a:pt x="53" y="247"/>
                    </a:cubicBezTo>
                    <a:lnTo>
                      <a:pt x="3134" y="4529"/>
                    </a:lnTo>
                    <a:cubicBezTo>
                      <a:pt x="3160" y="4569"/>
                      <a:pt x="3214" y="4589"/>
                      <a:pt x="3260" y="4589"/>
                    </a:cubicBezTo>
                    <a:cubicBezTo>
                      <a:pt x="3293" y="4589"/>
                      <a:pt x="3320" y="4583"/>
                      <a:pt x="3346" y="4563"/>
                    </a:cubicBezTo>
                    <a:cubicBezTo>
                      <a:pt x="3419" y="4509"/>
                      <a:pt x="3433" y="4417"/>
                      <a:pt x="3386" y="4344"/>
                    </a:cubicBezTo>
                    <a:lnTo>
                      <a:pt x="299" y="61"/>
                    </a:lnTo>
                    <a:cubicBezTo>
                      <a:pt x="271" y="21"/>
                      <a:pt x="224" y="1"/>
                      <a:pt x="176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280" name="Google Shape;280;p24"/>
              <p:cNvSpPr/>
              <p:nvPr/>
            </p:nvSpPr>
            <p:spPr>
              <a:xfrm>
                <a:off x="1399300" y="3990150"/>
                <a:ext cx="176625" cy="21825"/>
              </a:xfrm>
              <a:custGeom>
                <a:rect b="b" l="l" r="r" t="t"/>
                <a:pathLst>
                  <a:path extrusionOk="0" h="873" w="7065">
                    <a:moveTo>
                      <a:pt x="3528" y="0"/>
                    </a:moveTo>
                    <a:cubicBezTo>
                      <a:pt x="2375" y="0"/>
                      <a:pt x="1223" y="190"/>
                      <a:pt x="126" y="567"/>
                    </a:cubicBezTo>
                    <a:cubicBezTo>
                      <a:pt x="47" y="594"/>
                      <a:pt x="0" y="687"/>
                      <a:pt x="33" y="766"/>
                    </a:cubicBezTo>
                    <a:cubicBezTo>
                      <a:pt x="54" y="829"/>
                      <a:pt x="113" y="867"/>
                      <a:pt x="176" y="867"/>
                    </a:cubicBezTo>
                    <a:cubicBezTo>
                      <a:pt x="192" y="867"/>
                      <a:pt x="209" y="865"/>
                      <a:pt x="226" y="859"/>
                    </a:cubicBezTo>
                    <a:cubicBezTo>
                      <a:pt x="1287" y="492"/>
                      <a:pt x="2402" y="310"/>
                      <a:pt x="3517" y="310"/>
                    </a:cubicBezTo>
                    <a:cubicBezTo>
                      <a:pt x="4643" y="310"/>
                      <a:pt x="5768" y="496"/>
                      <a:pt x="6839" y="866"/>
                    </a:cubicBezTo>
                    <a:cubicBezTo>
                      <a:pt x="6858" y="873"/>
                      <a:pt x="6878" y="873"/>
                      <a:pt x="6892" y="873"/>
                    </a:cubicBezTo>
                    <a:cubicBezTo>
                      <a:pt x="6958" y="873"/>
                      <a:pt x="7018" y="833"/>
                      <a:pt x="7038" y="766"/>
                    </a:cubicBezTo>
                    <a:cubicBezTo>
                      <a:pt x="7064" y="687"/>
                      <a:pt x="7024" y="600"/>
                      <a:pt x="6945" y="574"/>
                    </a:cubicBezTo>
                    <a:cubicBezTo>
                      <a:pt x="5844" y="191"/>
                      <a:pt x="4686" y="0"/>
                      <a:pt x="352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">
  <p:cSld name="CUSTOM_8"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25"/>
          <p:cNvSpPr txBox="1"/>
          <p:nvPr>
            <p:ph hasCustomPrompt="1" type="title"/>
          </p:nvPr>
        </p:nvSpPr>
        <p:spPr>
          <a:xfrm>
            <a:off x="713225" y="675650"/>
            <a:ext cx="39342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83" name="Google Shape;283;p25"/>
          <p:cNvSpPr txBox="1"/>
          <p:nvPr>
            <p:ph idx="1" type="subTitle"/>
          </p:nvPr>
        </p:nvSpPr>
        <p:spPr>
          <a:xfrm>
            <a:off x="713225" y="1364578"/>
            <a:ext cx="3934200" cy="3996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4" name="Google Shape;284;p25"/>
          <p:cNvSpPr txBox="1"/>
          <p:nvPr>
            <p:ph hasCustomPrompt="1" idx="2" type="title"/>
          </p:nvPr>
        </p:nvSpPr>
        <p:spPr>
          <a:xfrm>
            <a:off x="713225" y="1875514"/>
            <a:ext cx="39342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85" name="Google Shape;285;p25"/>
          <p:cNvSpPr txBox="1"/>
          <p:nvPr>
            <p:ph idx="3" type="subTitle"/>
          </p:nvPr>
        </p:nvSpPr>
        <p:spPr>
          <a:xfrm>
            <a:off x="713225" y="2564438"/>
            <a:ext cx="3934200" cy="3996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6" name="Google Shape;286;p25"/>
          <p:cNvSpPr txBox="1"/>
          <p:nvPr>
            <p:ph hasCustomPrompt="1" idx="4" type="title"/>
          </p:nvPr>
        </p:nvSpPr>
        <p:spPr>
          <a:xfrm>
            <a:off x="713225" y="3075377"/>
            <a:ext cx="3934200" cy="768900"/>
          </a:xfrm>
          <a:prstGeom prst="rect">
            <a:avLst/>
          </a:prstGeom>
          <a:noFill/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4500"/>
            </a:lvl1pPr>
            <a:lvl2pPr lvl="1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2pPr>
            <a:lvl3pPr lvl="2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3pPr>
            <a:lvl4pPr lvl="3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4pPr>
            <a:lvl5pPr lvl="4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5pPr>
            <a:lvl6pPr lvl="5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6pPr>
            <a:lvl7pPr lvl="6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7pPr>
            <a:lvl8pPr lvl="7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8pPr>
            <a:lvl9pPr lvl="8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None/>
              <a:defRPr sz="6000">
                <a:solidFill>
                  <a:schemeClr val="lt1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287" name="Google Shape;287;p25"/>
          <p:cNvSpPr txBox="1"/>
          <p:nvPr>
            <p:ph idx="5" type="subTitle"/>
          </p:nvPr>
        </p:nvSpPr>
        <p:spPr>
          <a:xfrm>
            <a:off x="713225" y="3764297"/>
            <a:ext cx="3934200" cy="3996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1600">
                <a:solidFill>
                  <a:schemeClr val="dk1"/>
                </a:solidFill>
              </a:defRPr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00"/>
              <a:buNone/>
              <a:defRPr sz="21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88" name="Google Shape;288;p25"/>
          <p:cNvSpPr/>
          <p:nvPr/>
        </p:nvSpPr>
        <p:spPr>
          <a:xfrm>
            <a:off x="3578850" y="4595150"/>
            <a:ext cx="5561919" cy="8977"/>
          </a:xfrm>
          <a:custGeom>
            <a:rect b="b" l="l" r="r" t="t"/>
            <a:pathLst>
              <a:path extrusionOk="0" h="9525" w="4558950">
                <a:moveTo>
                  <a:pt x="0" y="0"/>
                </a:moveTo>
                <a:lnTo>
                  <a:pt x="4558951" y="0"/>
                </a:lnTo>
              </a:path>
            </a:pathLst>
          </a:custGeom>
          <a:noFill/>
          <a:ln cap="rnd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CUSTOM_10"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p2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291" name="Google Shape;291;p26"/>
          <p:cNvSpPr/>
          <p:nvPr/>
        </p:nvSpPr>
        <p:spPr>
          <a:xfrm>
            <a:off x="3578850" y="4595150"/>
            <a:ext cx="5561919" cy="8977"/>
          </a:xfrm>
          <a:custGeom>
            <a:rect b="b" l="l" r="r" t="t"/>
            <a:pathLst>
              <a:path extrusionOk="0" h="9525" w="4558950">
                <a:moveTo>
                  <a:pt x="0" y="0"/>
                </a:moveTo>
                <a:lnTo>
                  <a:pt x="4558951" y="0"/>
                </a:lnTo>
              </a:path>
            </a:pathLst>
          </a:custGeom>
          <a:noFill/>
          <a:ln cap="rnd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292" name="Google Shape;292;p26"/>
          <p:cNvGrpSpPr/>
          <p:nvPr/>
        </p:nvGrpSpPr>
        <p:grpSpPr>
          <a:xfrm flipH="1">
            <a:off x="8229517" y="1312115"/>
            <a:ext cx="1302970" cy="3283027"/>
            <a:chOff x="4120038" y="1762791"/>
            <a:chExt cx="1384077" cy="3487388"/>
          </a:xfrm>
        </p:grpSpPr>
        <p:sp>
          <p:nvSpPr>
            <p:cNvPr id="293" name="Google Shape;293;p26"/>
            <p:cNvSpPr/>
            <p:nvPr/>
          </p:nvSpPr>
          <p:spPr>
            <a:xfrm>
              <a:off x="4120038" y="1762791"/>
              <a:ext cx="1384077" cy="806196"/>
            </a:xfrm>
            <a:custGeom>
              <a:rect b="b" l="l" r="r" t="t"/>
              <a:pathLst>
                <a:path extrusionOk="0" h="806196" w="1384077">
                  <a:moveTo>
                    <a:pt x="1384078" y="806196"/>
                  </a:moveTo>
                  <a:lnTo>
                    <a:pt x="0" y="806196"/>
                  </a:lnTo>
                  <a:lnTo>
                    <a:pt x="0" y="0"/>
                  </a:lnTo>
                  <a:lnTo>
                    <a:pt x="1384078" y="0"/>
                  </a:lnTo>
                  <a:lnTo>
                    <a:pt x="1384078" y="806196"/>
                  </a:lnTo>
                  <a:close/>
                  <a:moveTo>
                    <a:pt x="65913" y="740283"/>
                  </a:moveTo>
                  <a:lnTo>
                    <a:pt x="1318165" y="740283"/>
                  </a:lnTo>
                  <a:lnTo>
                    <a:pt x="1318165" y="65913"/>
                  </a:lnTo>
                  <a:lnTo>
                    <a:pt x="65913" y="65913"/>
                  </a:lnTo>
                  <a:lnTo>
                    <a:pt x="65913" y="740283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294" name="Google Shape;294;p26"/>
            <p:cNvSpPr/>
            <p:nvPr/>
          </p:nvSpPr>
          <p:spPr>
            <a:xfrm>
              <a:off x="4520469" y="2332005"/>
              <a:ext cx="583311" cy="31051"/>
            </a:xfrm>
            <a:custGeom>
              <a:rect b="b" l="l" r="r" t="t"/>
              <a:pathLst>
                <a:path extrusionOk="0" h="31051" w="583311">
                  <a:moveTo>
                    <a:pt x="567785" y="31051"/>
                  </a:moveTo>
                  <a:lnTo>
                    <a:pt x="15526" y="31051"/>
                  </a:lnTo>
                  <a:cubicBezTo>
                    <a:pt x="6953" y="31051"/>
                    <a:pt x="0" y="24098"/>
                    <a:pt x="0" y="15526"/>
                  </a:cubicBezTo>
                  <a:lnTo>
                    <a:pt x="0" y="15526"/>
                  </a:lnTo>
                  <a:cubicBezTo>
                    <a:pt x="0" y="6953"/>
                    <a:pt x="6953" y="0"/>
                    <a:pt x="15526" y="0"/>
                  </a:cubicBezTo>
                  <a:lnTo>
                    <a:pt x="567785" y="0"/>
                  </a:lnTo>
                  <a:cubicBezTo>
                    <a:pt x="576358" y="0"/>
                    <a:pt x="583311" y="6953"/>
                    <a:pt x="583311" y="15526"/>
                  </a:cubicBezTo>
                  <a:lnTo>
                    <a:pt x="583311" y="15526"/>
                  </a:lnTo>
                  <a:cubicBezTo>
                    <a:pt x="583311" y="24098"/>
                    <a:pt x="576358" y="31051"/>
                    <a:pt x="567785" y="3105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295" name="Google Shape;295;p26"/>
            <p:cNvGrpSpPr/>
            <p:nvPr/>
          </p:nvGrpSpPr>
          <p:grpSpPr>
            <a:xfrm>
              <a:off x="4552950" y="2363057"/>
              <a:ext cx="518254" cy="467486"/>
              <a:chOff x="4552950" y="2363057"/>
              <a:chExt cx="518254" cy="467486"/>
            </a:xfrm>
          </p:grpSpPr>
          <p:sp>
            <p:nvSpPr>
              <p:cNvPr id="296" name="Google Shape;296;p26"/>
              <p:cNvSpPr/>
              <p:nvPr/>
            </p:nvSpPr>
            <p:spPr>
              <a:xfrm>
                <a:off x="4552950" y="2363057"/>
                <a:ext cx="113347" cy="467486"/>
              </a:xfrm>
              <a:custGeom>
                <a:rect b="b" l="l" r="r" t="t"/>
                <a:pathLst>
                  <a:path extrusionOk="0" h="467486" w="113347">
                    <a:moveTo>
                      <a:pt x="0" y="0"/>
                    </a:moveTo>
                    <a:lnTo>
                      <a:pt x="113348" y="467487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7" name="Google Shape;297;p26"/>
              <p:cNvSpPr/>
              <p:nvPr/>
            </p:nvSpPr>
            <p:spPr>
              <a:xfrm>
                <a:off x="4957857" y="2363057"/>
                <a:ext cx="113347" cy="467486"/>
              </a:xfrm>
              <a:custGeom>
                <a:rect b="b" l="l" r="r" t="t"/>
                <a:pathLst>
                  <a:path extrusionOk="0" h="467486" w="113347">
                    <a:moveTo>
                      <a:pt x="113348" y="0"/>
                    </a:moveTo>
                    <a:lnTo>
                      <a:pt x="0" y="467487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8" name="Google Shape;298;p26"/>
              <p:cNvSpPr/>
              <p:nvPr/>
            </p:nvSpPr>
            <p:spPr>
              <a:xfrm>
                <a:off x="4921472" y="2363057"/>
                <a:ext cx="84963" cy="467486"/>
              </a:xfrm>
              <a:custGeom>
                <a:rect b="b" l="l" r="r" t="t"/>
                <a:pathLst>
                  <a:path extrusionOk="0" h="467486" w="84963">
                    <a:moveTo>
                      <a:pt x="84963" y="0"/>
                    </a:moveTo>
                    <a:lnTo>
                      <a:pt x="0" y="467487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299" name="Google Shape;299;p26"/>
              <p:cNvSpPr/>
              <p:nvPr/>
            </p:nvSpPr>
            <p:spPr>
              <a:xfrm>
                <a:off x="4884991" y="2363057"/>
                <a:ext cx="56673" cy="467486"/>
              </a:xfrm>
              <a:custGeom>
                <a:rect b="b" l="l" r="r" t="t"/>
                <a:pathLst>
                  <a:path extrusionOk="0" h="467486" w="56673">
                    <a:moveTo>
                      <a:pt x="56674" y="0"/>
                    </a:moveTo>
                    <a:lnTo>
                      <a:pt x="0" y="467487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0" name="Google Shape;300;p26"/>
              <p:cNvSpPr/>
              <p:nvPr/>
            </p:nvSpPr>
            <p:spPr>
              <a:xfrm>
                <a:off x="4848510" y="2363057"/>
                <a:ext cx="28384" cy="467486"/>
              </a:xfrm>
              <a:custGeom>
                <a:rect b="b" l="l" r="r" t="t"/>
                <a:pathLst>
                  <a:path extrusionOk="0" h="467486" w="28384">
                    <a:moveTo>
                      <a:pt x="28385" y="0"/>
                    </a:moveTo>
                    <a:lnTo>
                      <a:pt x="0" y="467487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1" name="Google Shape;301;p26"/>
              <p:cNvSpPr/>
              <p:nvPr/>
            </p:nvSpPr>
            <p:spPr>
              <a:xfrm>
                <a:off x="4812125" y="2363057"/>
                <a:ext cx="9525" cy="467486"/>
              </a:xfrm>
              <a:custGeom>
                <a:rect b="b" l="l" r="r" t="t"/>
                <a:pathLst>
                  <a:path extrusionOk="0" h="467486" w="9525">
                    <a:moveTo>
                      <a:pt x="0" y="0"/>
                    </a:moveTo>
                    <a:lnTo>
                      <a:pt x="0" y="467487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2" name="Google Shape;302;p26"/>
              <p:cNvSpPr/>
              <p:nvPr/>
            </p:nvSpPr>
            <p:spPr>
              <a:xfrm>
                <a:off x="4747355" y="2363057"/>
                <a:ext cx="28289" cy="467486"/>
              </a:xfrm>
              <a:custGeom>
                <a:rect b="b" l="l" r="r" t="t"/>
                <a:pathLst>
                  <a:path extrusionOk="0" h="467486" w="28289">
                    <a:moveTo>
                      <a:pt x="0" y="0"/>
                    </a:moveTo>
                    <a:lnTo>
                      <a:pt x="28289" y="467487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3" name="Google Shape;303;p26"/>
              <p:cNvSpPr/>
              <p:nvPr/>
            </p:nvSpPr>
            <p:spPr>
              <a:xfrm>
                <a:off x="4682490" y="2363057"/>
                <a:ext cx="56769" cy="467486"/>
              </a:xfrm>
              <a:custGeom>
                <a:rect b="b" l="l" r="r" t="t"/>
                <a:pathLst>
                  <a:path extrusionOk="0" h="467486" w="56769">
                    <a:moveTo>
                      <a:pt x="0" y="0"/>
                    </a:moveTo>
                    <a:lnTo>
                      <a:pt x="56769" y="467487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04" name="Google Shape;304;p26"/>
              <p:cNvSpPr/>
              <p:nvPr/>
            </p:nvSpPr>
            <p:spPr>
              <a:xfrm>
                <a:off x="4617720" y="2363057"/>
                <a:ext cx="85058" cy="467486"/>
              </a:xfrm>
              <a:custGeom>
                <a:rect b="b" l="l" r="r" t="t"/>
                <a:pathLst>
                  <a:path extrusionOk="0" h="467486" w="85058">
                    <a:moveTo>
                      <a:pt x="0" y="0"/>
                    </a:moveTo>
                    <a:lnTo>
                      <a:pt x="85058" y="467487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05" name="Google Shape;305;p26"/>
            <p:cNvSpPr/>
            <p:nvPr/>
          </p:nvSpPr>
          <p:spPr>
            <a:xfrm>
              <a:off x="4775644" y="2568987"/>
              <a:ext cx="72866" cy="2681192"/>
            </a:xfrm>
            <a:custGeom>
              <a:rect b="b" l="l" r="r" t="t"/>
              <a:pathLst>
                <a:path extrusionOk="0" h="2681192" w="72866">
                  <a:moveTo>
                    <a:pt x="0" y="0"/>
                  </a:moveTo>
                  <a:lnTo>
                    <a:pt x="72866" y="0"/>
                  </a:lnTo>
                  <a:lnTo>
                    <a:pt x="72866" y="2681192"/>
                  </a:lnTo>
                  <a:lnTo>
                    <a:pt x="0" y="2681192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CUSTOM_10_1"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2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08" name="Google Shape;308;p27"/>
          <p:cNvSpPr/>
          <p:nvPr/>
        </p:nvSpPr>
        <p:spPr>
          <a:xfrm>
            <a:off x="3578850" y="4595150"/>
            <a:ext cx="5561919" cy="8977"/>
          </a:xfrm>
          <a:custGeom>
            <a:rect b="b" l="l" r="r" t="t"/>
            <a:pathLst>
              <a:path extrusionOk="0" h="9525" w="4558950">
                <a:moveTo>
                  <a:pt x="0" y="0"/>
                </a:moveTo>
                <a:lnTo>
                  <a:pt x="4558951" y="0"/>
                </a:lnTo>
              </a:path>
            </a:pathLst>
          </a:custGeom>
          <a:noFill/>
          <a:ln cap="rnd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09" name="Google Shape;309;p27"/>
          <p:cNvSpPr/>
          <p:nvPr/>
        </p:nvSpPr>
        <p:spPr>
          <a:xfrm>
            <a:off x="8270325" y="1718572"/>
            <a:ext cx="947273" cy="2876589"/>
          </a:xfrm>
          <a:custGeom>
            <a:rect b="b" l="l" r="r" t="t"/>
            <a:pathLst>
              <a:path extrusionOk="0" h="3223069" w="1061370">
                <a:moveTo>
                  <a:pt x="957929" y="0"/>
                </a:moveTo>
                <a:lnTo>
                  <a:pt x="957929" y="200882"/>
                </a:lnTo>
                <a:lnTo>
                  <a:pt x="103442" y="200882"/>
                </a:lnTo>
                <a:lnTo>
                  <a:pt x="103442" y="0"/>
                </a:lnTo>
                <a:lnTo>
                  <a:pt x="0" y="0"/>
                </a:lnTo>
                <a:lnTo>
                  <a:pt x="0" y="3223069"/>
                </a:lnTo>
                <a:lnTo>
                  <a:pt x="103442" y="3223069"/>
                </a:lnTo>
                <a:lnTo>
                  <a:pt x="103442" y="3027712"/>
                </a:lnTo>
                <a:lnTo>
                  <a:pt x="957929" y="3027712"/>
                </a:lnTo>
                <a:lnTo>
                  <a:pt x="957929" y="3223069"/>
                </a:lnTo>
                <a:lnTo>
                  <a:pt x="1061371" y="3223069"/>
                </a:lnTo>
                <a:lnTo>
                  <a:pt x="1061371" y="0"/>
                </a:lnTo>
                <a:lnTo>
                  <a:pt x="957929" y="0"/>
                </a:lnTo>
                <a:close/>
                <a:moveTo>
                  <a:pt x="957929" y="288036"/>
                </a:moveTo>
                <a:lnTo>
                  <a:pt x="957929" y="505301"/>
                </a:lnTo>
                <a:lnTo>
                  <a:pt x="103442" y="505301"/>
                </a:lnTo>
                <a:lnTo>
                  <a:pt x="103442" y="288036"/>
                </a:lnTo>
                <a:lnTo>
                  <a:pt x="957929" y="288036"/>
                </a:lnTo>
                <a:close/>
                <a:moveTo>
                  <a:pt x="103442" y="2331720"/>
                </a:moveTo>
                <a:lnTo>
                  <a:pt x="103442" y="2114455"/>
                </a:lnTo>
                <a:lnTo>
                  <a:pt x="957929" y="2114455"/>
                </a:lnTo>
                <a:lnTo>
                  <a:pt x="957929" y="2331720"/>
                </a:lnTo>
                <a:lnTo>
                  <a:pt x="103442" y="2331720"/>
                </a:lnTo>
                <a:close/>
                <a:moveTo>
                  <a:pt x="957929" y="2418874"/>
                </a:moveTo>
                <a:lnTo>
                  <a:pt x="957929" y="2636139"/>
                </a:lnTo>
                <a:lnTo>
                  <a:pt x="103442" y="2636139"/>
                </a:lnTo>
                <a:lnTo>
                  <a:pt x="103442" y="2418874"/>
                </a:lnTo>
                <a:lnTo>
                  <a:pt x="957929" y="2418874"/>
                </a:lnTo>
                <a:close/>
                <a:moveTo>
                  <a:pt x="103442" y="2027301"/>
                </a:moveTo>
                <a:lnTo>
                  <a:pt x="103442" y="1810036"/>
                </a:lnTo>
                <a:lnTo>
                  <a:pt x="957929" y="1810036"/>
                </a:lnTo>
                <a:lnTo>
                  <a:pt x="957929" y="2027301"/>
                </a:lnTo>
                <a:lnTo>
                  <a:pt x="103442" y="2027301"/>
                </a:lnTo>
                <a:close/>
                <a:moveTo>
                  <a:pt x="103442" y="1722882"/>
                </a:moveTo>
                <a:lnTo>
                  <a:pt x="103442" y="1505617"/>
                </a:lnTo>
                <a:lnTo>
                  <a:pt x="957929" y="1505617"/>
                </a:lnTo>
                <a:lnTo>
                  <a:pt x="957929" y="1722882"/>
                </a:lnTo>
                <a:lnTo>
                  <a:pt x="103442" y="1722882"/>
                </a:lnTo>
                <a:close/>
                <a:moveTo>
                  <a:pt x="103442" y="1418463"/>
                </a:moveTo>
                <a:lnTo>
                  <a:pt x="103442" y="1201198"/>
                </a:lnTo>
                <a:lnTo>
                  <a:pt x="957929" y="1201198"/>
                </a:lnTo>
                <a:lnTo>
                  <a:pt x="957929" y="1418463"/>
                </a:lnTo>
                <a:lnTo>
                  <a:pt x="103442" y="1418463"/>
                </a:lnTo>
                <a:close/>
                <a:moveTo>
                  <a:pt x="103442" y="1114044"/>
                </a:moveTo>
                <a:lnTo>
                  <a:pt x="103442" y="896779"/>
                </a:lnTo>
                <a:lnTo>
                  <a:pt x="957929" y="896779"/>
                </a:lnTo>
                <a:lnTo>
                  <a:pt x="957929" y="1114044"/>
                </a:lnTo>
                <a:lnTo>
                  <a:pt x="103442" y="1114044"/>
                </a:lnTo>
                <a:close/>
                <a:moveTo>
                  <a:pt x="103442" y="809625"/>
                </a:moveTo>
                <a:lnTo>
                  <a:pt x="103442" y="592360"/>
                </a:lnTo>
                <a:lnTo>
                  <a:pt x="957929" y="592360"/>
                </a:lnTo>
                <a:lnTo>
                  <a:pt x="957929" y="809625"/>
                </a:lnTo>
                <a:lnTo>
                  <a:pt x="103442" y="809625"/>
                </a:lnTo>
                <a:close/>
                <a:moveTo>
                  <a:pt x="103442" y="2940463"/>
                </a:moveTo>
                <a:lnTo>
                  <a:pt x="103442" y="2723198"/>
                </a:lnTo>
                <a:lnTo>
                  <a:pt x="957929" y="2723198"/>
                </a:lnTo>
                <a:lnTo>
                  <a:pt x="957929" y="2940463"/>
                </a:lnTo>
                <a:lnTo>
                  <a:pt x="103442" y="2940463"/>
                </a:lnTo>
                <a:close/>
              </a:path>
            </a:pathLst>
          </a:cu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CUSTOM_10_1_1">
    <p:spTree>
      <p:nvGrpSpPr>
        <p:cNvPr id="310" name="Shape 3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1" name="Google Shape;311;p2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12" name="Google Shape;312;p28"/>
          <p:cNvSpPr/>
          <p:nvPr/>
        </p:nvSpPr>
        <p:spPr>
          <a:xfrm>
            <a:off x="3578850" y="4595150"/>
            <a:ext cx="5561919" cy="8977"/>
          </a:xfrm>
          <a:custGeom>
            <a:rect b="b" l="l" r="r" t="t"/>
            <a:pathLst>
              <a:path extrusionOk="0" h="9525" w="4558950">
                <a:moveTo>
                  <a:pt x="0" y="0"/>
                </a:moveTo>
                <a:lnTo>
                  <a:pt x="4558951" y="0"/>
                </a:lnTo>
              </a:path>
            </a:pathLst>
          </a:custGeom>
          <a:noFill/>
          <a:ln cap="rnd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313" name="Google Shape;313;p28"/>
          <p:cNvGrpSpPr/>
          <p:nvPr/>
        </p:nvGrpSpPr>
        <p:grpSpPr>
          <a:xfrm flipH="1">
            <a:off x="8458117" y="1312115"/>
            <a:ext cx="1302970" cy="3283027"/>
            <a:chOff x="4120038" y="1762791"/>
            <a:chExt cx="1384077" cy="3487388"/>
          </a:xfrm>
        </p:grpSpPr>
        <p:sp>
          <p:nvSpPr>
            <p:cNvPr id="314" name="Google Shape;314;p28"/>
            <p:cNvSpPr/>
            <p:nvPr/>
          </p:nvSpPr>
          <p:spPr>
            <a:xfrm>
              <a:off x="4120038" y="1762791"/>
              <a:ext cx="1384077" cy="806196"/>
            </a:xfrm>
            <a:custGeom>
              <a:rect b="b" l="l" r="r" t="t"/>
              <a:pathLst>
                <a:path extrusionOk="0" h="806196" w="1384077">
                  <a:moveTo>
                    <a:pt x="1384078" y="806196"/>
                  </a:moveTo>
                  <a:lnTo>
                    <a:pt x="0" y="806196"/>
                  </a:lnTo>
                  <a:lnTo>
                    <a:pt x="0" y="0"/>
                  </a:lnTo>
                  <a:lnTo>
                    <a:pt x="1384078" y="0"/>
                  </a:lnTo>
                  <a:lnTo>
                    <a:pt x="1384078" y="806196"/>
                  </a:lnTo>
                  <a:close/>
                  <a:moveTo>
                    <a:pt x="65913" y="740283"/>
                  </a:moveTo>
                  <a:lnTo>
                    <a:pt x="1318165" y="740283"/>
                  </a:lnTo>
                  <a:lnTo>
                    <a:pt x="1318165" y="65913"/>
                  </a:lnTo>
                  <a:lnTo>
                    <a:pt x="65913" y="65913"/>
                  </a:lnTo>
                  <a:lnTo>
                    <a:pt x="65913" y="740283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15" name="Google Shape;315;p28"/>
            <p:cNvSpPr/>
            <p:nvPr/>
          </p:nvSpPr>
          <p:spPr>
            <a:xfrm>
              <a:off x="4520469" y="2332005"/>
              <a:ext cx="583311" cy="31051"/>
            </a:xfrm>
            <a:custGeom>
              <a:rect b="b" l="l" r="r" t="t"/>
              <a:pathLst>
                <a:path extrusionOk="0" h="31051" w="583311">
                  <a:moveTo>
                    <a:pt x="567785" y="31051"/>
                  </a:moveTo>
                  <a:lnTo>
                    <a:pt x="15526" y="31051"/>
                  </a:lnTo>
                  <a:cubicBezTo>
                    <a:pt x="6953" y="31051"/>
                    <a:pt x="0" y="24098"/>
                    <a:pt x="0" y="15526"/>
                  </a:cubicBezTo>
                  <a:lnTo>
                    <a:pt x="0" y="15526"/>
                  </a:lnTo>
                  <a:cubicBezTo>
                    <a:pt x="0" y="6953"/>
                    <a:pt x="6953" y="0"/>
                    <a:pt x="15526" y="0"/>
                  </a:cubicBezTo>
                  <a:lnTo>
                    <a:pt x="567785" y="0"/>
                  </a:lnTo>
                  <a:cubicBezTo>
                    <a:pt x="576358" y="0"/>
                    <a:pt x="583311" y="6953"/>
                    <a:pt x="583311" y="15526"/>
                  </a:cubicBezTo>
                  <a:lnTo>
                    <a:pt x="583311" y="15526"/>
                  </a:lnTo>
                  <a:cubicBezTo>
                    <a:pt x="583311" y="24098"/>
                    <a:pt x="576358" y="31051"/>
                    <a:pt x="567785" y="3105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16" name="Google Shape;316;p28"/>
            <p:cNvGrpSpPr/>
            <p:nvPr/>
          </p:nvGrpSpPr>
          <p:grpSpPr>
            <a:xfrm>
              <a:off x="4552950" y="2363057"/>
              <a:ext cx="518254" cy="467486"/>
              <a:chOff x="4552950" y="2363057"/>
              <a:chExt cx="518254" cy="467486"/>
            </a:xfrm>
          </p:grpSpPr>
          <p:sp>
            <p:nvSpPr>
              <p:cNvPr id="317" name="Google Shape;317;p28"/>
              <p:cNvSpPr/>
              <p:nvPr/>
            </p:nvSpPr>
            <p:spPr>
              <a:xfrm>
                <a:off x="4552950" y="2363057"/>
                <a:ext cx="113347" cy="467486"/>
              </a:xfrm>
              <a:custGeom>
                <a:rect b="b" l="l" r="r" t="t"/>
                <a:pathLst>
                  <a:path extrusionOk="0" h="467486" w="113347">
                    <a:moveTo>
                      <a:pt x="0" y="0"/>
                    </a:moveTo>
                    <a:lnTo>
                      <a:pt x="113348" y="467487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8" name="Google Shape;318;p28"/>
              <p:cNvSpPr/>
              <p:nvPr/>
            </p:nvSpPr>
            <p:spPr>
              <a:xfrm>
                <a:off x="4957857" y="2363057"/>
                <a:ext cx="113347" cy="467486"/>
              </a:xfrm>
              <a:custGeom>
                <a:rect b="b" l="l" r="r" t="t"/>
                <a:pathLst>
                  <a:path extrusionOk="0" h="467486" w="113347">
                    <a:moveTo>
                      <a:pt x="113348" y="0"/>
                    </a:moveTo>
                    <a:lnTo>
                      <a:pt x="0" y="467487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19" name="Google Shape;319;p28"/>
              <p:cNvSpPr/>
              <p:nvPr/>
            </p:nvSpPr>
            <p:spPr>
              <a:xfrm>
                <a:off x="4921472" y="2363057"/>
                <a:ext cx="84963" cy="467486"/>
              </a:xfrm>
              <a:custGeom>
                <a:rect b="b" l="l" r="r" t="t"/>
                <a:pathLst>
                  <a:path extrusionOk="0" h="467486" w="84963">
                    <a:moveTo>
                      <a:pt x="84963" y="0"/>
                    </a:moveTo>
                    <a:lnTo>
                      <a:pt x="0" y="467487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0" name="Google Shape;320;p28"/>
              <p:cNvSpPr/>
              <p:nvPr/>
            </p:nvSpPr>
            <p:spPr>
              <a:xfrm>
                <a:off x="4884991" y="2363057"/>
                <a:ext cx="56673" cy="467486"/>
              </a:xfrm>
              <a:custGeom>
                <a:rect b="b" l="l" r="r" t="t"/>
                <a:pathLst>
                  <a:path extrusionOk="0" h="467486" w="56673">
                    <a:moveTo>
                      <a:pt x="56674" y="0"/>
                    </a:moveTo>
                    <a:lnTo>
                      <a:pt x="0" y="467487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1" name="Google Shape;321;p28"/>
              <p:cNvSpPr/>
              <p:nvPr/>
            </p:nvSpPr>
            <p:spPr>
              <a:xfrm>
                <a:off x="4848510" y="2363057"/>
                <a:ext cx="28384" cy="467486"/>
              </a:xfrm>
              <a:custGeom>
                <a:rect b="b" l="l" r="r" t="t"/>
                <a:pathLst>
                  <a:path extrusionOk="0" h="467486" w="28384">
                    <a:moveTo>
                      <a:pt x="28385" y="0"/>
                    </a:moveTo>
                    <a:lnTo>
                      <a:pt x="0" y="467487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2" name="Google Shape;322;p28"/>
              <p:cNvSpPr/>
              <p:nvPr/>
            </p:nvSpPr>
            <p:spPr>
              <a:xfrm>
                <a:off x="4812125" y="2363057"/>
                <a:ext cx="9525" cy="467486"/>
              </a:xfrm>
              <a:custGeom>
                <a:rect b="b" l="l" r="r" t="t"/>
                <a:pathLst>
                  <a:path extrusionOk="0" h="467486" w="9525">
                    <a:moveTo>
                      <a:pt x="0" y="0"/>
                    </a:moveTo>
                    <a:lnTo>
                      <a:pt x="0" y="467487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3" name="Google Shape;323;p28"/>
              <p:cNvSpPr/>
              <p:nvPr/>
            </p:nvSpPr>
            <p:spPr>
              <a:xfrm>
                <a:off x="4747355" y="2363057"/>
                <a:ext cx="28289" cy="467486"/>
              </a:xfrm>
              <a:custGeom>
                <a:rect b="b" l="l" r="r" t="t"/>
                <a:pathLst>
                  <a:path extrusionOk="0" h="467486" w="28289">
                    <a:moveTo>
                      <a:pt x="0" y="0"/>
                    </a:moveTo>
                    <a:lnTo>
                      <a:pt x="28289" y="467487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4" name="Google Shape;324;p28"/>
              <p:cNvSpPr/>
              <p:nvPr/>
            </p:nvSpPr>
            <p:spPr>
              <a:xfrm>
                <a:off x="4682490" y="2363057"/>
                <a:ext cx="56769" cy="467486"/>
              </a:xfrm>
              <a:custGeom>
                <a:rect b="b" l="l" r="r" t="t"/>
                <a:pathLst>
                  <a:path extrusionOk="0" h="467486" w="56769">
                    <a:moveTo>
                      <a:pt x="0" y="0"/>
                    </a:moveTo>
                    <a:lnTo>
                      <a:pt x="56769" y="467487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25" name="Google Shape;325;p28"/>
              <p:cNvSpPr/>
              <p:nvPr/>
            </p:nvSpPr>
            <p:spPr>
              <a:xfrm>
                <a:off x="4617720" y="2363057"/>
                <a:ext cx="85058" cy="467486"/>
              </a:xfrm>
              <a:custGeom>
                <a:rect b="b" l="l" r="r" t="t"/>
                <a:pathLst>
                  <a:path extrusionOk="0" h="467486" w="85058">
                    <a:moveTo>
                      <a:pt x="0" y="0"/>
                    </a:moveTo>
                    <a:lnTo>
                      <a:pt x="85058" y="467487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26" name="Google Shape;326;p28"/>
            <p:cNvSpPr/>
            <p:nvPr/>
          </p:nvSpPr>
          <p:spPr>
            <a:xfrm>
              <a:off x="4775644" y="2568987"/>
              <a:ext cx="72866" cy="2681192"/>
            </a:xfrm>
            <a:custGeom>
              <a:rect b="b" l="l" r="r" t="t"/>
              <a:pathLst>
                <a:path extrusionOk="0" h="2681192" w="72866">
                  <a:moveTo>
                    <a:pt x="0" y="0"/>
                  </a:moveTo>
                  <a:lnTo>
                    <a:pt x="72866" y="0"/>
                  </a:lnTo>
                  <a:lnTo>
                    <a:pt x="72866" y="2681192"/>
                  </a:lnTo>
                  <a:lnTo>
                    <a:pt x="0" y="2681192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3_1"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29"/>
          <p:cNvSpPr txBox="1"/>
          <p:nvPr>
            <p:ph type="title"/>
          </p:nvPr>
        </p:nvSpPr>
        <p:spPr>
          <a:xfrm>
            <a:off x="743950" y="539500"/>
            <a:ext cx="3701400" cy="105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300"/>
              <a:buNone/>
              <a:defRPr sz="6000"/>
            </a:lvl1pPr>
            <a:lvl2pPr lvl="1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3500"/>
              <a:buNone/>
              <a:defRPr/>
            </a:lvl9pPr>
          </a:lstStyle>
          <a:p/>
        </p:txBody>
      </p:sp>
      <p:sp>
        <p:nvSpPr>
          <p:cNvPr id="329" name="Google Shape;329;p29"/>
          <p:cNvSpPr txBox="1"/>
          <p:nvPr>
            <p:ph idx="1" type="subTitle"/>
          </p:nvPr>
        </p:nvSpPr>
        <p:spPr>
          <a:xfrm>
            <a:off x="743950" y="1558382"/>
            <a:ext cx="3701400" cy="1246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0" name="Google Shape;330;p29"/>
          <p:cNvSpPr txBox="1"/>
          <p:nvPr/>
        </p:nvSpPr>
        <p:spPr>
          <a:xfrm>
            <a:off x="713225" y="3509400"/>
            <a:ext cx="3816900" cy="74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CREDITS:</a:t>
            </a:r>
            <a:r>
              <a:rPr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This presentation template was created by </a:t>
            </a:r>
            <a:r>
              <a:rPr b="1" lang="en" sz="1200" u="sng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  <a:hlinkClick r:id="rId2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Slidesgo</a:t>
            </a:r>
            <a:r>
              <a:rPr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, and includes icons by </a:t>
            </a:r>
            <a:r>
              <a:rPr b="1" lang="en" sz="1200" u="sng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Flaticon</a:t>
            </a:r>
            <a:r>
              <a:rPr lang="en" sz="1200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, and infographics &amp; images by </a:t>
            </a:r>
            <a:r>
              <a:rPr b="1" lang="en" sz="1200" u="sng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  <a:hlinkClick r:id="rId4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Freepik</a:t>
            </a:r>
            <a:r>
              <a:rPr lang="en" sz="1200" u="sng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 </a:t>
            </a:r>
            <a:endParaRPr b="1" sz="1200" u="sng"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sp>
        <p:nvSpPr>
          <p:cNvPr id="331" name="Google Shape;331;p29"/>
          <p:cNvSpPr/>
          <p:nvPr/>
        </p:nvSpPr>
        <p:spPr>
          <a:xfrm>
            <a:off x="3578850" y="4595150"/>
            <a:ext cx="5561919" cy="8977"/>
          </a:xfrm>
          <a:custGeom>
            <a:rect b="b" l="l" r="r" t="t"/>
            <a:pathLst>
              <a:path extrusionOk="0" h="9525" w="4558950">
                <a:moveTo>
                  <a:pt x="0" y="0"/>
                </a:moveTo>
                <a:lnTo>
                  <a:pt x="4558951" y="0"/>
                </a:lnTo>
              </a:path>
            </a:pathLst>
          </a:custGeom>
          <a:noFill/>
          <a:ln cap="rnd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9">
    <p:spTree>
      <p:nvGrpSpPr>
        <p:cNvPr id="332" name="Shape 3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33" name="Google Shape;333;p30"/>
          <p:cNvGrpSpPr/>
          <p:nvPr/>
        </p:nvGrpSpPr>
        <p:grpSpPr>
          <a:xfrm>
            <a:off x="3578850" y="1718572"/>
            <a:ext cx="5561919" cy="2885556"/>
            <a:chOff x="3578850" y="1718572"/>
            <a:chExt cx="5561919" cy="2885556"/>
          </a:xfrm>
        </p:grpSpPr>
        <p:sp>
          <p:nvSpPr>
            <p:cNvPr id="334" name="Google Shape;334;p30"/>
            <p:cNvSpPr/>
            <p:nvPr/>
          </p:nvSpPr>
          <p:spPr>
            <a:xfrm>
              <a:off x="3578850" y="4595150"/>
              <a:ext cx="5561919" cy="8977"/>
            </a:xfrm>
            <a:custGeom>
              <a:rect b="b" l="l" r="r" t="t"/>
              <a:pathLst>
                <a:path extrusionOk="0" h="9525" w="4558950">
                  <a:moveTo>
                    <a:pt x="0" y="0"/>
                  </a:moveTo>
                  <a:lnTo>
                    <a:pt x="4558951" y="0"/>
                  </a:lnTo>
                </a:path>
              </a:pathLst>
            </a:custGeom>
            <a:noFill/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35" name="Google Shape;335;p30"/>
            <p:cNvSpPr/>
            <p:nvPr/>
          </p:nvSpPr>
          <p:spPr>
            <a:xfrm>
              <a:off x="8117925" y="1718572"/>
              <a:ext cx="947273" cy="2876589"/>
            </a:xfrm>
            <a:custGeom>
              <a:rect b="b" l="l" r="r" t="t"/>
              <a:pathLst>
                <a:path extrusionOk="0" h="3223069" w="1061370">
                  <a:moveTo>
                    <a:pt x="957929" y="0"/>
                  </a:moveTo>
                  <a:lnTo>
                    <a:pt x="957929" y="200882"/>
                  </a:lnTo>
                  <a:lnTo>
                    <a:pt x="103442" y="200882"/>
                  </a:lnTo>
                  <a:lnTo>
                    <a:pt x="103442" y="0"/>
                  </a:lnTo>
                  <a:lnTo>
                    <a:pt x="0" y="0"/>
                  </a:lnTo>
                  <a:lnTo>
                    <a:pt x="0" y="3223069"/>
                  </a:lnTo>
                  <a:lnTo>
                    <a:pt x="103442" y="3223069"/>
                  </a:lnTo>
                  <a:lnTo>
                    <a:pt x="103442" y="3027712"/>
                  </a:lnTo>
                  <a:lnTo>
                    <a:pt x="957929" y="3027712"/>
                  </a:lnTo>
                  <a:lnTo>
                    <a:pt x="957929" y="3223069"/>
                  </a:lnTo>
                  <a:lnTo>
                    <a:pt x="1061371" y="3223069"/>
                  </a:lnTo>
                  <a:lnTo>
                    <a:pt x="1061371" y="0"/>
                  </a:lnTo>
                  <a:lnTo>
                    <a:pt x="957929" y="0"/>
                  </a:lnTo>
                  <a:close/>
                  <a:moveTo>
                    <a:pt x="957929" y="288036"/>
                  </a:moveTo>
                  <a:lnTo>
                    <a:pt x="957929" y="505301"/>
                  </a:lnTo>
                  <a:lnTo>
                    <a:pt x="103442" y="505301"/>
                  </a:lnTo>
                  <a:lnTo>
                    <a:pt x="103442" y="288036"/>
                  </a:lnTo>
                  <a:lnTo>
                    <a:pt x="957929" y="288036"/>
                  </a:lnTo>
                  <a:close/>
                  <a:moveTo>
                    <a:pt x="103442" y="2331720"/>
                  </a:moveTo>
                  <a:lnTo>
                    <a:pt x="103442" y="2114455"/>
                  </a:lnTo>
                  <a:lnTo>
                    <a:pt x="957929" y="2114455"/>
                  </a:lnTo>
                  <a:lnTo>
                    <a:pt x="957929" y="2331720"/>
                  </a:lnTo>
                  <a:lnTo>
                    <a:pt x="103442" y="2331720"/>
                  </a:lnTo>
                  <a:close/>
                  <a:moveTo>
                    <a:pt x="957929" y="2418874"/>
                  </a:moveTo>
                  <a:lnTo>
                    <a:pt x="957929" y="2636139"/>
                  </a:lnTo>
                  <a:lnTo>
                    <a:pt x="103442" y="2636139"/>
                  </a:lnTo>
                  <a:lnTo>
                    <a:pt x="103442" y="2418874"/>
                  </a:lnTo>
                  <a:lnTo>
                    <a:pt x="957929" y="2418874"/>
                  </a:lnTo>
                  <a:close/>
                  <a:moveTo>
                    <a:pt x="103442" y="2027301"/>
                  </a:moveTo>
                  <a:lnTo>
                    <a:pt x="103442" y="1810036"/>
                  </a:lnTo>
                  <a:lnTo>
                    <a:pt x="957929" y="1810036"/>
                  </a:lnTo>
                  <a:lnTo>
                    <a:pt x="957929" y="2027301"/>
                  </a:lnTo>
                  <a:lnTo>
                    <a:pt x="103442" y="2027301"/>
                  </a:lnTo>
                  <a:close/>
                  <a:moveTo>
                    <a:pt x="103442" y="1722882"/>
                  </a:moveTo>
                  <a:lnTo>
                    <a:pt x="103442" y="1505617"/>
                  </a:lnTo>
                  <a:lnTo>
                    <a:pt x="957929" y="1505617"/>
                  </a:lnTo>
                  <a:lnTo>
                    <a:pt x="957929" y="1722882"/>
                  </a:lnTo>
                  <a:lnTo>
                    <a:pt x="103442" y="1722882"/>
                  </a:lnTo>
                  <a:close/>
                  <a:moveTo>
                    <a:pt x="103442" y="1418463"/>
                  </a:moveTo>
                  <a:lnTo>
                    <a:pt x="103442" y="1201198"/>
                  </a:lnTo>
                  <a:lnTo>
                    <a:pt x="957929" y="1201198"/>
                  </a:lnTo>
                  <a:lnTo>
                    <a:pt x="957929" y="1418463"/>
                  </a:lnTo>
                  <a:lnTo>
                    <a:pt x="103442" y="1418463"/>
                  </a:lnTo>
                  <a:close/>
                  <a:moveTo>
                    <a:pt x="103442" y="1114044"/>
                  </a:moveTo>
                  <a:lnTo>
                    <a:pt x="103442" y="896779"/>
                  </a:lnTo>
                  <a:lnTo>
                    <a:pt x="957929" y="896779"/>
                  </a:lnTo>
                  <a:lnTo>
                    <a:pt x="957929" y="1114044"/>
                  </a:lnTo>
                  <a:lnTo>
                    <a:pt x="103442" y="1114044"/>
                  </a:lnTo>
                  <a:close/>
                  <a:moveTo>
                    <a:pt x="103442" y="809625"/>
                  </a:moveTo>
                  <a:lnTo>
                    <a:pt x="103442" y="592360"/>
                  </a:lnTo>
                  <a:lnTo>
                    <a:pt x="957929" y="592360"/>
                  </a:lnTo>
                  <a:lnTo>
                    <a:pt x="957929" y="809625"/>
                  </a:lnTo>
                  <a:lnTo>
                    <a:pt x="103442" y="809625"/>
                  </a:lnTo>
                  <a:close/>
                  <a:moveTo>
                    <a:pt x="103442" y="2940463"/>
                  </a:moveTo>
                  <a:lnTo>
                    <a:pt x="103442" y="2723198"/>
                  </a:lnTo>
                  <a:lnTo>
                    <a:pt x="957929" y="2723198"/>
                  </a:lnTo>
                  <a:lnTo>
                    <a:pt x="957929" y="2940463"/>
                  </a:lnTo>
                  <a:lnTo>
                    <a:pt x="103442" y="2940463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36" name="Google Shape;336;p30"/>
            <p:cNvGrpSpPr/>
            <p:nvPr/>
          </p:nvGrpSpPr>
          <p:grpSpPr>
            <a:xfrm>
              <a:off x="8320232" y="4052452"/>
              <a:ext cx="542679" cy="542699"/>
              <a:chOff x="1151000" y="3770450"/>
              <a:chExt cx="651475" cy="651500"/>
            </a:xfrm>
          </p:grpSpPr>
          <p:sp>
            <p:nvSpPr>
              <p:cNvPr id="337" name="Google Shape;337;p30"/>
              <p:cNvSpPr/>
              <p:nvPr/>
            </p:nvSpPr>
            <p:spPr>
              <a:xfrm>
                <a:off x="1151000" y="3770450"/>
                <a:ext cx="651475" cy="651500"/>
              </a:xfrm>
              <a:custGeom>
                <a:rect b="b" l="l" r="r" t="t"/>
                <a:pathLst>
                  <a:path extrusionOk="0" h="26060" w="26059">
                    <a:moveTo>
                      <a:pt x="13026" y="1"/>
                    </a:moveTo>
                    <a:cubicBezTo>
                      <a:pt x="11340" y="1"/>
                      <a:pt x="9720" y="326"/>
                      <a:pt x="8239" y="910"/>
                    </a:cubicBezTo>
                    <a:cubicBezTo>
                      <a:pt x="3413" y="2822"/>
                      <a:pt x="0" y="7523"/>
                      <a:pt x="0" y="13033"/>
                    </a:cubicBezTo>
                    <a:cubicBezTo>
                      <a:pt x="0" y="14182"/>
                      <a:pt x="146" y="15291"/>
                      <a:pt x="425" y="16353"/>
                    </a:cubicBezTo>
                    <a:cubicBezTo>
                      <a:pt x="1122" y="18995"/>
                      <a:pt x="2622" y="21306"/>
                      <a:pt x="4654" y="23012"/>
                    </a:cubicBezTo>
                    <a:cubicBezTo>
                      <a:pt x="6918" y="24917"/>
                      <a:pt x="9839" y="26059"/>
                      <a:pt x="13026" y="26059"/>
                    </a:cubicBezTo>
                    <a:cubicBezTo>
                      <a:pt x="16558" y="26059"/>
                      <a:pt x="19758" y="24658"/>
                      <a:pt x="22108" y="22381"/>
                    </a:cubicBezTo>
                    <a:cubicBezTo>
                      <a:pt x="23874" y="20662"/>
                      <a:pt x="25156" y="18451"/>
                      <a:pt x="25727" y="15968"/>
                    </a:cubicBezTo>
                    <a:cubicBezTo>
                      <a:pt x="25946" y="15025"/>
                      <a:pt x="26059" y="14042"/>
                      <a:pt x="26059" y="13033"/>
                    </a:cubicBezTo>
                    <a:cubicBezTo>
                      <a:pt x="26059" y="7337"/>
                      <a:pt x="22407" y="2497"/>
                      <a:pt x="17322" y="724"/>
                    </a:cubicBezTo>
                    <a:cubicBezTo>
                      <a:pt x="15974" y="260"/>
                      <a:pt x="14533" y="1"/>
                      <a:pt x="1302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8" name="Google Shape;338;p30"/>
              <p:cNvSpPr/>
              <p:nvPr/>
            </p:nvSpPr>
            <p:spPr>
              <a:xfrm>
                <a:off x="1239300" y="3909875"/>
                <a:ext cx="172800" cy="217625"/>
              </a:xfrm>
              <a:custGeom>
                <a:rect b="b" l="l" r="r" t="t"/>
                <a:pathLst>
                  <a:path extrusionOk="0" h="8705" w="6912">
                    <a:moveTo>
                      <a:pt x="4169" y="0"/>
                    </a:moveTo>
                    <a:cubicBezTo>
                      <a:pt x="2702" y="784"/>
                      <a:pt x="1308" y="1700"/>
                      <a:pt x="7" y="2736"/>
                    </a:cubicBezTo>
                    <a:cubicBezTo>
                      <a:pt x="47" y="4429"/>
                      <a:pt x="0" y="6122"/>
                      <a:pt x="40" y="7821"/>
                    </a:cubicBezTo>
                    <a:cubicBezTo>
                      <a:pt x="1447" y="8047"/>
                      <a:pt x="2828" y="8479"/>
                      <a:pt x="4236" y="8704"/>
                    </a:cubicBezTo>
                    <a:cubicBezTo>
                      <a:pt x="5086" y="7058"/>
                      <a:pt x="6068" y="5538"/>
                      <a:pt x="6911" y="3891"/>
                    </a:cubicBezTo>
                    <a:cubicBezTo>
                      <a:pt x="5989" y="2623"/>
                      <a:pt x="5092" y="1269"/>
                      <a:pt x="4169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39" name="Google Shape;339;p30"/>
              <p:cNvSpPr/>
              <p:nvPr/>
            </p:nvSpPr>
            <p:spPr>
              <a:xfrm>
                <a:off x="1556150" y="3909375"/>
                <a:ext cx="181100" cy="214300"/>
              </a:xfrm>
              <a:custGeom>
                <a:rect b="b" l="l" r="r" t="t"/>
                <a:pathLst>
                  <a:path extrusionOk="0" h="8572" w="7244">
                    <a:moveTo>
                      <a:pt x="2616" y="1"/>
                    </a:moveTo>
                    <a:lnTo>
                      <a:pt x="0" y="3758"/>
                    </a:lnTo>
                    <a:cubicBezTo>
                      <a:pt x="963" y="5365"/>
                      <a:pt x="1965" y="6965"/>
                      <a:pt x="2935" y="8572"/>
                    </a:cubicBezTo>
                    <a:cubicBezTo>
                      <a:pt x="4349" y="8200"/>
                      <a:pt x="5823" y="7888"/>
                      <a:pt x="7244" y="7516"/>
                    </a:cubicBezTo>
                    <a:cubicBezTo>
                      <a:pt x="7111" y="5770"/>
                      <a:pt x="6991" y="4037"/>
                      <a:pt x="6858" y="2291"/>
                    </a:cubicBezTo>
                    <a:cubicBezTo>
                      <a:pt x="5524" y="1408"/>
                      <a:pt x="4090" y="625"/>
                      <a:pt x="2616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0" name="Google Shape;340;p30"/>
              <p:cNvSpPr/>
              <p:nvPr/>
            </p:nvSpPr>
            <p:spPr>
              <a:xfrm>
                <a:off x="1379375" y="4251300"/>
                <a:ext cx="217125" cy="148575"/>
              </a:xfrm>
              <a:custGeom>
                <a:rect b="b" l="l" r="r" t="t"/>
                <a:pathLst>
                  <a:path extrusionOk="0" h="5943" w="8685">
                    <a:moveTo>
                      <a:pt x="1680" y="0"/>
                    </a:moveTo>
                    <a:cubicBezTo>
                      <a:pt x="1116" y="1282"/>
                      <a:pt x="558" y="2570"/>
                      <a:pt x="1" y="3851"/>
                    </a:cubicBezTo>
                    <a:cubicBezTo>
                      <a:pt x="1408" y="4548"/>
                      <a:pt x="2955" y="5245"/>
                      <a:pt x="4362" y="5942"/>
                    </a:cubicBezTo>
                    <a:cubicBezTo>
                      <a:pt x="5783" y="5252"/>
                      <a:pt x="7264" y="4528"/>
                      <a:pt x="8685" y="3838"/>
                    </a:cubicBezTo>
                    <a:cubicBezTo>
                      <a:pt x="8180" y="2563"/>
                      <a:pt x="7755" y="1315"/>
                      <a:pt x="7257" y="40"/>
                    </a:cubicBezTo>
                    <a:cubicBezTo>
                      <a:pt x="5405" y="33"/>
                      <a:pt x="3526" y="7"/>
                      <a:pt x="168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1" name="Google Shape;341;p30"/>
              <p:cNvSpPr/>
              <p:nvPr/>
            </p:nvSpPr>
            <p:spPr>
              <a:xfrm>
                <a:off x="1703375" y="4169625"/>
                <a:ext cx="90800" cy="160375"/>
              </a:xfrm>
              <a:custGeom>
                <a:rect b="b" l="l" r="r" t="t"/>
                <a:pathLst>
                  <a:path extrusionOk="0" h="6415" w="3632">
                    <a:moveTo>
                      <a:pt x="3632" y="1"/>
                    </a:moveTo>
                    <a:cubicBezTo>
                      <a:pt x="3280" y="319"/>
                      <a:pt x="2921" y="638"/>
                      <a:pt x="2563" y="944"/>
                    </a:cubicBezTo>
                    <a:cubicBezTo>
                      <a:pt x="2105" y="2703"/>
                      <a:pt x="1228" y="4316"/>
                      <a:pt x="0" y="5651"/>
                    </a:cubicBezTo>
                    <a:lnTo>
                      <a:pt x="13" y="6414"/>
                    </a:lnTo>
                    <a:cubicBezTo>
                      <a:pt x="1779" y="4695"/>
                      <a:pt x="3061" y="2484"/>
                      <a:pt x="3632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2" name="Google Shape;342;p30"/>
              <p:cNvSpPr/>
              <p:nvPr/>
            </p:nvSpPr>
            <p:spPr>
              <a:xfrm>
                <a:off x="1356975" y="3770450"/>
                <a:ext cx="227075" cy="55475"/>
              </a:xfrm>
              <a:custGeom>
                <a:rect b="b" l="l" r="r" t="t"/>
                <a:pathLst>
                  <a:path extrusionOk="0" h="2219" w="9083">
                    <a:moveTo>
                      <a:pt x="4794" y="1"/>
                    </a:moveTo>
                    <a:cubicBezTo>
                      <a:pt x="3101" y="1"/>
                      <a:pt x="1481" y="326"/>
                      <a:pt x="0" y="910"/>
                    </a:cubicBezTo>
                    <a:cubicBezTo>
                      <a:pt x="711" y="1335"/>
                      <a:pt x="1441" y="1813"/>
                      <a:pt x="2145" y="2218"/>
                    </a:cubicBezTo>
                    <a:cubicBezTo>
                      <a:pt x="3120" y="1954"/>
                      <a:pt x="4133" y="1822"/>
                      <a:pt x="5145" y="1822"/>
                    </a:cubicBezTo>
                    <a:cubicBezTo>
                      <a:pt x="6014" y="1822"/>
                      <a:pt x="6882" y="1919"/>
                      <a:pt x="7728" y="2112"/>
                    </a:cubicBezTo>
                    <a:cubicBezTo>
                      <a:pt x="8193" y="1680"/>
                      <a:pt x="8631" y="1182"/>
                      <a:pt x="9083" y="724"/>
                    </a:cubicBezTo>
                    <a:cubicBezTo>
                      <a:pt x="7741" y="260"/>
                      <a:pt x="6294" y="1"/>
                      <a:pt x="4794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3" name="Google Shape;343;p30"/>
              <p:cNvSpPr/>
              <p:nvPr/>
            </p:nvSpPr>
            <p:spPr>
              <a:xfrm>
                <a:off x="1161600" y="4179250"/>
                <a:ext cx="107600" cy="166500"/>
              </a:xfrm>
              <a:custGeom>
                <a:rect b="b" l="l" r="r" t="t"/>
                <a:pathLst>
                  <a:path extrusionOk="0" h="6660" w="4304">
                    <a:moveTo>
                      <a:pt x="1" y="1"/>
                    </a:moveTo>
                    <a:lnTo>
                      <a:pt x="1" y="1"/>
                    </a:lnTo>
                    <a:cubicBezTo>
                      <a:pt x="698" y="2643"/>
                      <a:pt x="2198" y="4954"/>
                      <a:pt x="4230" y="6660"/>
                    </a:cubicBezTo>
                    <a:cubicBezTo>
                      <a:pt x="4257" y="6381"/>
                      <a:pt x="4277" y="6102"/>
                      <a:pt x="4303" y="5830"/>
                    </a:cubicBezTo>
                    <a:cubicBezTo>
                      <a:pt x="3055" y="4535"/>
                      <a:pt x="2059" y="2849"/>
                      <a:pt x="1548" y="1123"/>
                    </a:cubicBezTo>
                    <a:cubicBezTo>
                      <a:pt x="990" y="798"/>
                      <a:pt x="479" y="432"/>
                      <a:pt x="1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4" name="Google Shape;344;p30"/>
              <p:cNvSpPr/>
              <p:nvPr/>
            </p:nvSpPr>
            <p:spPr>
              <a:xfrm>
                <a:off x="1333725" y="3817150"/>
                <a:ext cx="80875" cy="109025"/>
              </a:xfrm>
              <a:custGeom>
                <a:rect b="b" l="l" r="r" t="t"/>
                <a:pathLst>
                  <a:path extrusionOk="0" h="4361" w="3235">
                    <a:moveTo>
                      <a:pt x="3065" y="1"/>
                    </a:moveTo>
                    <a:cubicBezTo>
                      <a:pt x="3028" y="1"/>
                      <a:pt x="2991" y="16"/>
                      <a:pt x="2962" y="45"/>
                    </a:cubicBezTo>
                    <a:cubicBezTo>
                      <a:pt x="1734" y="1226"/>
                      <a:pt x="751" y="2601"/>
                      <a:pt x="34" y="4141"/>
                    </a:cubicBezTo>
                    <a:cubicBezTo>
                      <a:pt x="1" y="4221"/>
                      <a:pt x="34" y="4314"/>
                      <a:pt x="114" y="4347"/>
                    </a:cubicBezTo>
                    <a:cubicBezTo>
                      <a:pt x="134" y="4360"/>
                      <a:pt x="153" y="4360"/>
                      <a:pt x="173" y="4360"/>
                    </a:cubicBezTo>
                    <a:cubicBezTo>
                      <a:pt x="233" y="4360"/>
                      <a:pt x="293" y="4334"/>
                      <a:pt x="313" y="4274"/>
                    </a:cubicBezTo>
                    <a:cubicBezTo>
                      <a:pt x="1017" y="2767"/>
                      <a:pt x="1979" y="1419"/>
                      <a:pt x="3174" y="264"/>
                    </a:cubicBezTo>
                    <a:cubicBezTo>
                      <a:pt x="3234" y="211"/>
                      <a:pt x="3234" y="111"/>
                      <a:pt x="3174" y="51"/>
                    </a:cubicBezTo>
                    <a:cubicBezTo>
                      <a:pt x="3144" y="17"/>
                      <a:pt x="3104" y="1"/>
                      <a:pt x="3065" y="1"/>
                    </a:cubicBezTo>
                    <a:close/>
                  </a:path>
                </a:pathLst>
              </a:custGeom>
              <a:solidFill>
                <a:srgbClr val="19191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5" name="Google Shape;345;p30"/>
              <p:cNvSpPr/>
              <p:nvPr/>
            </p:nvSpPr>
            <p:spPr>
              <a:xfrm>
                <a:off x="1173225" y="3946275"/>
                <a:ext cx="75375" cy="36150"/>
              </a:xfrm>
              <a:custGeom>
                <a:rect b="b" l="l" r="r" t="t"/>
                <a:pathLst>
                  <a:path extrusionOk="0" h="1446" w="3015">
                    <a:moveTo>
                      <a:pt x="181" y="0"/>
                    </a:moveTo>
                    <a:cubicBezTo>
                      <a:pt x="119" y="0"/>
                      <a:pt x="59" y="38"/>
                      <a:pt x="34" y="98"/>
                    </a:cubicBezTo>
                    <a:cubicBezTo>
                      <a:pt x="1" y="178"/>
                      <a:pt x="40" y="264"/>
                      <a:pt x="120" y="297"/>
                    </a:cubicBezTo>
                    <a:lnTo>
                      <a:pt x="2782" y="1433"/>
                    </a:lnTo>
                    <a:cubicBezTo>
                      <a:pt x="2802" y="1439"/>
                      <a:pt x="2822" y="1446"/>
                      <a:pt x="2842" y="1446"/>
                    </a:cubicBezTo>
                    <a:cubicBezTo>
                      <a:pt x="2902" y="1446"/>
                      <a:pt x="2962" y="1413"/>
                      <a:pt x="2982" y="1353"/>
                    </a:cubicBezTo>
                    <a:cubicBezTo>
                      <a:pt x="3015" y="1273"/>
                      <a:pt x="2982" y="1180"/>
                      <a:pt x="2902" y="1147"/>
                    </a:cubicBezTo>
                    <a:lnTo>
                      <a:pt x="240" y="12"/>
                    </a:lnTo>
                    <a:cubicBezTo>
                      <a:pt x="221" y="4"/>
                      <a:pt x="201" y="0"/>
                      <a:pt x="181" y="0"/>
                    </a:cubicBezTo>
                    <a:close/>
                  </a:path>
                </a:pathLst>
              </a:custGeom>
              <a:solidFill>
                <a:srgbClr val="19191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6" name="Google Shape;346;p30"/>
              <p:cNvSpPr/>
              <p:nvPr/>
            </p:nvSpPr>
            <p:spPr>
              <a:xfrm>
                <a:off x="1194300" y="4098500"/>
                <a:ext cx="54150" cy="115975"/>
              </a:xfrm>
              <a:custGeom>
                <a:rect b="b" l="l" r="r" t="t"/>
                <a:pathLst>
                  <a:path extrusionOk="0" h="4639" w="2166">
                    <a:moveTo>
                      <a:pt x="1992" y="1"/>
                    </a:moveTo>
                    <a:cubicBezTo>
                      <a:pt x="1939" y="1"/>
                      <a:pt x="1886" y="29"/>
                      <a:pt x="1860" y="77"/>
                    </a:cubicBezTo>
                    <a:cubicBezTo>
                      <a:pt x="1030" y="1432"/>
                      <a:pt x="412" y="2906"/>
                      <a:pt x="27" y="4446"/>
                    </a:cubicBezTo>
                    <a:cubicBezTo>
                      <a:pt x="1" y="4532"/>
                      <a:pt x="54" y="4612"/>
                      <a:pt x="134" y="4632"/>
                    </a:cubicBezTo>
                    <a:cubicBezTo>
                      <a:pt x="147" y="4638"/>
                      <a:pt x="160" y="4638"/>
                      <a:pt x="173" y="4638"/>
                    </a:cubicBezTo>
                    <a:cubicBezTo>
                      <a:pt x="240" y="4638"/>
                      <a:pt x="306" y="4592"/>
                      <a:pt x="320" y="4525"/>
                    </a:cubicBezTo>
                    <a:cubicBezTo>
                      <a:pt x="705" y="3012"/>
                      <a:pt x="1309" y="1571"/>
                      <a:pt x="2119" y="237"/>
                    </a:cubicBezTo>
                    <a:cubicBezTo>
                      <a:pt x="2165" y="164"/>
                      <a:pt x="2145" y="71"/>
                      <a:pt x="2072" y="24"/>
                    </a:cubicBezTo>
                    <a:cubicBezTo>
                      <a:pt x="2047" y="8"/>
                      <a:pt x="2020" y="1"/>
                      <a:pt x="1992" y="1"/>
                    </a:cubicBezTo>
                    <a:close/>
                  </a:path>
                </a:pathLst>
              </a:custGeom>
              <a:solidFill>
                <a:srgbClr val="19191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7" name="Google Shape;347;p30"/>
              <p:cNvSpPr/>
              <p:nvPr/>
            </p:nvSpPr>
            <p:spPr>
              <a:xfrm>
                <a:off x="1336375" y="4115275"/>
                <a:ext cx="92825" cy="146175"/>
              </a:xfrm>
              <a:custGeom>
                <a:rect b="b" l="l" r="r" t="t"/>
                <a:pathLst>
                  <a:path extrusionOk="0" h="5847" w="3713">
                    <a:moveTo>
                      <a:pt x="174" y="1"/>
                    </a:moveTo>
                    <a:cubicBezTo>
                      <a:pt x="146" y="1"/>
                      <a:pt x="119" y="8"/>
                      <a:pt x="94" y="24"/>
                    </a:cubicBezTo>
                    <a:cubicBezTo>
                      <a:pt x="28" y="70"/>
                      <a:pt x="1" y="163"/>
                      <a:pt x="47" y="236"/>
                    </a:cubicBezTo>
                    <a:lnTo>
                      <a:pt x="3407" y="5773"/>
                    </a:lnTo>
                    <a:cubicBezTo>
                      <a:pt x="3433" y="5820"/>
                      <a:pt x="3487" y="5846"/>
                      <a:pt x="3540" y="5846"/>
                    </a:cubicBezTo>
                    <a:cubicBezTo>
                      <a:pt x="3566" y="5846"/>
                      <a:pt x="3593" y="5840"/>
                      <a:pt x="3619" y="5820"/>
                    </a:cubicBezTo>
                    <a:cubicBezTo>
                      <a:pt x="3692" y="5780"/>
                      <a:pt x="3712" y="5687"/>
                      <a:pt x="3672" y="5607"/>
                    </a:cubicBezTo>
                    <a:lnTo>
                      <a:pt x="306" y="77"/>
                    </a:lnTo>
                    <a:cubicBezTo>
                      <a:pt x="280" y="29"/>
                      <a:pt x="228" y="1"/>
                      <a:pt x="174" y="1"/>
                    </a:cubicBezTo>
                    <a:close/>
                  </a:path>
                </a:pathLst>
              </a:custGeom>
              <a:solidFill>
                <a:srgbClr val="19191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8" name="Google Shape;348;p30"/>
              <p:cNvSpPr/>
              <p:nvPr/>
            </p:nvSpPr>
            <p:spPr>
              <a:xfrm>
                <a:off x="1258875" y="4324600"/>
                <a:ext cx="134300" cy="30625"/>
              </a:xfrm>
              <a:custGeom>
                <a:rect b="b" l="l" r="r" t="t"/>
                <a:pathLst>
                  <a:path extrusionOk="0" h="1225" w="5372">
                    <a:moveTo>
                      <a:pt x="169" y="1"/>
                    </a:moveTo>
                    <a:cubicBezTo>
                      <a:pt x="92" y="1"/>
                      <a:pt x="26" y="57"/>
                      <a:pt x="14" y="129"/>
                    </a:cubicBezTo>
                    <a:cubicBezTo>
                      <a:pt x="0" y="215"/>
                      <a:pt x="54" y="295"/>
                      <a:pt x="140" y="308"/>
                    </a:cubicBezTo>
                    <a:lnTo>
                      <a:pt x="5179" y="1224"/>
                    </a:lnTo>
                    <a:lnTo>
                      <a:pt x="5206" y="1224"/>
                    </a:lnTo>
                    <a:cubicBezTo>
                      <a:pt x="5279" y="1224"/>
                      <a:pt x="5345" y="1171"/>
                      <a:pt x="5358" y="1098"/>
                    </a:cubicBezTo>
                    <a:cubicBezTo>
                      <a:pt x="5372" y="1018"/>
                      <a:pt x="5318" y="932"/>
                      <a:pt x="5232" y="919"/>
                    </a:cubicBezTo>
                    <a:lnTo>
                      <a:pt x="193" y="3"/>
                    </a:lnTo>
                    <a:cubicBezTo>
                      <a:pt x="185" y="1"/>
                      <a:pt x="177" y="1"/>
                      <a:pt x="169" y="1"/>
                    </a:cubicBezTo>
                    <a:close/>
                  </a:path>
                </a:pathLst>
              </a:custGeom>
              <a:solidFill>
                <a:srgbClr val="19191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49" name="Google Shape;349;p30"/>
              <p:cNvSpPr/>
              <p:nvPr/>
            </p:nvSpPr>
            <p:spPr>
              <a:xfrm>
                <a:off x="1485425" y="4389375"/>
                <a:ext cx="9325" cy="32075"/>
              </a:xfrm>
              <a:custGeom>
                <a:rect b="b" l="l" r="r" t="t"/>
                <a:pathLst>
                  <a:path extrusionOk="0" h="1283" w="373">
                    <a:moveTo>
                      <a:pt x="159" y="1"/>
                    </a:moveTo>
                    <a:cubicBezTo>
                      <a:pt x="155" y="1"/>
                      <a:pt x="151" y="1"/>
                      <a:pt x="147" y="1"/>
                    </a:cubicBezTo>
                    <a:cubicBezTo>
                      <a:pt x="61" y="8"/>
                      <a:pt x="1" y="81"/>
                      <a:pt x="1" y="167"/>
                    </a:cubicBezTo>
                    <a:lnTo>
                      <a:pt x="61" y="1136"/>
                    </a:lnTo>
                    <a:cubicBezTo>
                      <a:pt x="67" y="1216"/>
                      <a:pt x="134" y="1282"/>
                      <a:pt x="213" y="1282"/>
                    </a:cubicBezTo>
                    <a:lnTo>
                      <a:pt x="227" y="1282"/>
                    </a:lnTo>
                    <a:cubicBezTo>
                      <a:pt x="313" y="1276"/>
                      <a:pt x="373" y="1203"/>
                      <a:pt x="373" y="1116"/>
                    </a:cubicBezTo>
                    <a:lnTo>
                      <a:pt x="313" y="147"/>
                    </a:lnTo>
                    <a:cubicBezTo>
                      <a:pt x="307" y="65"/>
                      <a:pt x="240" y="1"/>
                      <a:pt x="159" y="1"/>
                    </a:cubicBezTo>
                    <a:close/>
                  </a:path>
                </a:pathLst>
              </a:custGeom>
              <a:solidFill>
                <a:srgbClr val="19191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0" name="Google Shape;350;p30"/>
              <p:cNvSpPr/>
              <p:nvPr/>
            </p:nvSpPr>
            <p:spPr>
              <a:xfrm>
                <a:off x="1579375" y="4308200"/>
                <a:ext cx="132650" cy="41050"/>
              </a:xfrm>
              <a:custGeom>
                <a:rect b="b" l="l" r="r" t="t"/>
                <a:pathLst>
                  <a:path extrusionOk="0" h="1642" w="5306">
                    <a:moveTo>
                      <a:pt x="5131" y="1"/>
                    </a:moveTo>
                    <a:cubicBezTo>
                      <a:pt x="5109" y="1"/>
                      <a:pt x="5087" y="5"/>
                      <a:pt x="5066" y="15"/>
                    </a:cubicBezTo>
                    <a:cubicBezTo>
                      <a:pt x="3513" y="752"/>
                      <a:pt x="1860" y="1196"/>
                      <a:pt x="147" y="1329"/>
                    </a:cubicBezTo>
                    <a:cubicBezTo>
                      <a:pt x="60" y="1336"/>
                      <a:pt x="1" y="1409"/>
                      <a:pt x="7" y="1495"/>
                    </a:cubicBezTo>
                    <a:cubicBezTo>
                      <a:pt x="14" y="1575"/>
                      <a:pt x="80" y="1641"/>
                      <a:pt x="160" y="1641"/>
                    </a:cubicBezTo>
                    <a:cubicBezTo>
                      <a:pt x="167" y="1641"/>
                      <a:pt x="167" y="1641"/>
                      <a:pt x="173" y="1635"/>
                    </a:cubicBezTo>
                    <a:cubicBezTo>
                      <a:pt x="1919" y="1502"/>
                      <a:pt x="3612" y="1044"/>
                      <a:pt x="5193" y="294"/>
                    </a:cubicBezTo>
                    <a:cubicBezTo>
                      <a:pt x="5272" y="254"/>
                      <a:pt x="5305" y="167"/>
                      <a:pt x="5266" y="88"/>
                    </a:cubicBezTo>
                    <a:cubicBezTo>
                      <a:pt x="5242" y="31"/>
                      <a:pt x="5187" y="1"/>
                      <a:pt x="5131" y="1"/>
                    </a:cubicBezTo>
                    <a:close/>
                  </a:path>
                </a:pathLst>
              </a:custGeom>
              <a:solidFill>
                <a:srgbClr val="19191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1" name="Google Shape;351;p30"/>
              <p:cNvSpPr/>
              <p:nvPr/>
            </p:nvSpPr>
            <p:spPr>
              <a:xfrm>
                <a:off x="1550500" y="4116050"/>
                <a:ext cx="85350" cy="143075"/>
              </a:xfrm>
              <a:custGeom>
                <a:rect b="b" l="l" r="r" t="t"/>
                <a:pathLst>
                  <a:path extrusionOk="0" h="5723" w="3414">
                    <a:moveTo>
                      <a:pt x="3236" y="1"/>
                    </a:moveTo>
                    <a:cubicBezTo>
                      <a:pt x="3181" y="1"/>
                      <a:pt x="3128" y="29"/>
                      <a:pt x="3101" y="79"/>
                    </a:cubicBezTo>
                    <a:lnTo>
                      <a:pt x="40" y="5497"/>
                    </a:lnTo>
                    <a:cubicBezTo>
                      <a:pt x="0" y="5570"/>
                      <a:pt x="27" y="5662"/>
                      <a:pt x="100" y="5702"/>
                    </a:cubicBezTo>
                    <a:cubicBezTo>
                      <a:pt x="120" y="5716"/>
                      <a:pt x="147" y="5722"/>
                      <a:pt x="173" y="5722"/>
                    </a:cubicBezTo>
                    <a:cubicBezTo>
                      <a:pt x="226" y="5722"/>
                      <a:pt x="279" y="5696"/>
                      <a:pt x="306" y="5649"/>
                    </a:cubicBezTo>
                    <a:lnTo>
                      <a:pt x="3367" y="232"/>
                    </a:lnTo>
                    <a:cubicBezTo>
                      <a:pt x="3413" y="152"/>
                      <a:pt x="3386" y="59"/>
                      <a:pt x="3313" y="19"/>
                    </a:cubicBezTo>
                    <a:cubicBezTo>
                      <a:pt x="3288" y="7"/>
                      <a:pt x="3262" y="1"/>
                      <a:pt x="3236" y="1"/>
                    </a:cubicBezTo>
                    <a:close/>
                  </a:path>
                </a:pathLst>
              </a:custGeom>
              <a:solidFill>
                <a:srgbClr val="19191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2" name="Google Shape;352;p30"/>
              <p:cNvSpPr/>
              <p:nvPr/>
            </p:nvSpPr>
            <p:spPr>
              <a:xfrm>
                <a:off x="1727925" y="4087100"/>
                <a:ext cx="48825" cy="117750"/>
              </a:xfrm>
              <a:custGeom>
                <a:rect b="b" l="l" r="r" t="t"/>
                <a:pathLst>
                  <a:path extrusionOk="0" h="4710" w="1953">
                    <a:moveTo>
                      <a:pt x="170" y="1"/>
                    </a:moveTo>
                    <a:cubicBezTo>
                      <a:pt x="154" y="1"/>
                      <a:pt x="137" y="3"/>
                      <a:pt x="120" y="9"/>
                    </a:cubicBezTo>
                    <a:cubicBezTo>
                      <a:pt x="41" y="35"/>
                      <a:pt x="1" y="128"/>
                      <a:pt x="27" y="208"/>
                    </a:cubicBezTo>
                    <a:lnTo>
                      <a:pt x="1634" y="4610"/>
                    </a:lnTo>
                    <a:cubicBezTo>
                      <a:pt x="1654" y="4669"/>
                      <a:pt x="1714" y="4709"/>
                      <a:pt x="1780" y="4709"/>
                    </a:cubicBezTo>
                    <a:cubicBezTo>
                      <a:pt x="1793" y="4709"/>
                      <a:pt x="1813" y="4703"/>
                      <a:pt x="1833" y="4696"/>
                    </a:cubicBezTo>
                    <a:cubicBezTo>
                      <a:pt x="1913" y="4669"/>
                      <a:pt x="1953" y="4583"/>
                      <a:pt x="1926" y="4503"/>
                    </a:cubicBezTo>
                    <a:lnTo>
                      <a:pt x="319" y="102"/>
                    </a:lnTo>
                    <a:cubicBezTo>
                      <a:pt x="293" y="39"/>
                      <a:pt x="234" y="1"/>
                      <a:pt x="170" y="1"/>
                    </a:cubicBezTo>
                    <a:close/>
                  </a:path>
                </a:pathLst>
              </a:custGeom>
              <a:solidFill>
                <a:srgbClr val="19191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3" name="Google Shape;353;p30"/>
              <p:cNvSpPr/>
              <p:nvPr/>
            </p:nvSpPr>
            <p:spPr>
              <a:xfrm>
                <a:off x="1721300" y="3939075"/>
                <a:ext cx="54300" cy="34725"/>
              </a:xfrm>
              <a:custGeom>
                <a:rect b="b" l="l" r="r" t="t"/>
                <a:pathLst>
                  <a:path extrusionOk="0" h="1389" w="2172">
                    <a:moveTo>
                      <a:pt x="1998" y="1"/>
                    </a:moveTo>
                    <a:cubicBezTo>
                      <a:pt x="1971" y="1"/>
                      <a:pt x="1944" y="7"/>
                      <a:pt x="1919" y="21"/>
                    </a:cubicBezTo>
                    <a:lnTo>
                      <a:pt x="93" y="1103"/>
                    </a:lnTo>
                    <a:cubicBezTo>
                      <a:pt x="20" y="1143"/>
                      <a:pt x="0" y="1236"/>
                      <a:pt x="40" y="1309"/>
                    </a:cubicBezTo>
                    <a:cubicBezTo>
                      <a:pt x="73" y="1362"/>
                      <a:pt x="120" y="1389"/>
                      <a:pt x="173" y="1389"/>
                    </a:cubicBezTo>
                    <a:cubicBezTo>
                      <a:pt x="199" y="1389"/>
                      <a:pt x="226" y="1382"/>
                      <a:pt x="252" y="1362"/>
                    </a:cubicBezTo>
                    <a:lnTo>
                      <a:pt x="2078" y="286"/>
                    </a:lnTo>
                    <a:cubicBezTo>
                      <a:pt x="2145" y="247"/>
                      <a:pt x="2171" y="147"/>
                      <a:pt x="2131" y="74"/>
                    </a:cubicBezTo>
                    <a:cubicBezTo>
                      <a:pt x="2101" y="26"/>
                      <a:pt x="2050" y="1"/>
                      <a:pt x="1998" y="1"/>
                    </a:cubicBezTo>
                    <a:close/>
                  </a:path>
                </a:pathLst>
              </a:custGeom>
              <a:solidFill>
                <a:srgbClr val="19191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4" name="Google Shape;354;p30"/>
              <p:cNvSpPr/>
              <p:nvPr/>
            </p:nvSpPr>
            <p:spPr>
              <a:xfrm>
                <a:off x="1546025" y="3813250"/>
                <a:ext cx="85825" cy="114750"/>
              </a:xfrm>
              <a:custGeom>
                <a:rect b="b" l="l" r="r" t="t"/>
                <a:pathLst>
                  <a:path extrusionOk="0" h="4590" w="3433">
                    <a:moveTo>
                      <a:pt x="176" y="1"/>
                    </a:moveTo>
                    <a:cubicBezTo>
                      <a:pt x="145" y="1"/>
                      <a:pt x="113" y="10"/>
                      <a:pt x="87" y="28"/>
                    </a:cubicBezTo>
                    <a:cubicBezTo>
                      <a:pt x="14" y="81"/>
                      <a:pt x="0" y="174"/>
                      <a:pt x="53" y="247"/>
                    </a:cubicBezTo>
                    <a:lnTo>
                      <a:pt x="3134" y="4529"/>
                    </a:lnTo>
                    <a:cubicBezTo>
                      <a:pt x="3160" y="4569"/>
                      <a:pt x="3214" y="4589"/>
                      <a:pt x="3260" y="4589"/>
                    </a:cubicBezTo>
                    <a:cubicBezTo>
                      <a:pt x="3293" y="4589"/>
                      <a:pt x="3320" y="4583"/>
                      <a:pt x="3346" y="4563"/>
                    </a:cubicBezTo>
                    <a:cubicBezTo>
                      <a:pt x="3419" y="4509"/>
                      <a:pt x="3433" y="4417"/>
                      <a:pt x="3386" y="4344"/>
                    </a:cubicBezTo>
                    <a:lnTo>
                      <a:pt x="299" y="61"/>
                    </a:lnTo>
                    <a:cubicBezTo>
                      <a:pt x="271" y="21"/>
                      <a:pt x="224" y="1"/>
                      <a:pt x="176" y="1"/>
                    </a:cubicBezTo>
                    <a:close/>
                  </a:path>
                </a:pathLst>
              </a:custGeom>
              <a:solidFill>
                <a:srgbClr val="19191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55" name="Google Shape;355;p30"/>
              <p:cNvSpPr/>
              <p:nvPr/>
            </p:nvSpPr>
            <p:spPr>
              <a:xfrm>
                <a:off x="1399300" y="3990150"/>
                <a:ext cx="176625" cy="21825"/>
              </a:xfrm>
              <a:custGeom>
                <a:rect b="b" l="l" r="r" t="t"/>
                <a:pathLst>
                  <a:path extrusionOk="0" h="873" w="7065">
                    <a:moveTo>
                      <a:pt x="3528" y="0"/>
                    </a:moveTo>
                    <a:cubicBezTo>
                      <a:pt x="2375" y="0"/>
                      <a:pt x="1223" y="190"/>
                      <a:pt x="126" y="567"/>
                    </a:cubicBezTo>
                    <a:cubicBezTo>
                      <a:pt x="47" y="594"/>
                      <a:pt x="0" y="687"/>
                      <a:pt x="33" y="766"/>
                    </a:cubicBezTo>
                    <a:cubicBezTo>
                      <a:pt x="54" y="829"/>
                      <a:pt x="113" y="867"/>
                      <a:pt x="176" y="867"/>
                    </a:cubicBezTo>
                    <a:cubicBezTo>
                      <a:pt x="192" y="867"/>
                      <a:pt x="209" y="865"/>
                      <a:pt x="226" y="859"/>
                    </a:cubicBezTo>
                    <a:cubicBezTo>
                      <a:pt x="1287" y="492"/>
                      <a:pt x="2402" y="310"/>
                      <a:pt x="3517" y="310"/>
                    </a:cubicBezTo>
                    <a:cubicBezTo>
                      <a:pt x="4643" y="310"/>
                      <a:pt x="5768" y="496"/>
                      <a:pt x="6839" y="866"/>
                    </a:cubicBezTo>
                    <a:cubicBezTo>
                      <a:pt x="6858" y="873"/>
                      <a:pt x="6878" y="873"/>
                      <a:pt x="6892" y="873"/>
                    </a:cubicBezTo>
                    <a:cubicBezTo>
                      <a:pt x="6958" y="873"/>
                      <a:pt x="7018" y="833"/>
                      <a:pt x="7038" y="766"/>
                    </a:cubicBezTo>
                    <a:cubicBezTo>
                      <a:pt x="7064" y="687"/>
                      <a:pt x="7024" y="600"/>
                      <a:pt x="6945" y="574"/>
                    </a:cubicBezTo>
                    <a:cubicBezTo>
                      <a:pt x="5844" y="191"/>
                      <a:pt x="4686" y="0"/>
                      <a:pt x="3528" y="0"/>
                    </a:cubicBezTo>
                    <a:close/>
                  </a:path>
                </a:pathLst>
              </a:custGeom>
              <a:solidFill>
                <a:srgbClr val="191919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9_1"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7" name="Google Shape;357;p31"/>
          <p:cNvGrpSpPr/>
          <p:nvPr/>
        </p:nvGrpSpPr>
        <p:grpSpPr>
          <a:xfrm>
            <a:off x="3578850" y="1312115"/>
            <a:ext cx="5561919" cy="3292012"/>
            <a:chOff x="3578850" y="1312115"/>
            <a:chExt cx="5561919" cy="3292012"/>
          </a:xfrm>
        </p:grpSpPr>
        <p:grpSp>
          <p:nvGrpSpPr>
            <p:cNvPr id="358" name="Google Shape;358;p31"/>
            <p:cNvGrpSpPr/>
            <p:nvPr/>
          </p:nvGrpSpPr>
          <p:grpSpPr>
            <a:xfrm flipH="1">
              <a:off x="7619917" y="1312115"/>
              <a:ext cx="1302970" cy="3283027"/>
              <a:chOff x="4120038" y="1762791"/>
              <a:chExt cx="1384077" cy="3487388"/>
            </a:xfrm>
          </p:grpSpPr>
          <p:sp>
            <p:nvSpPr>
              <p:cNvPr id="359" name="Google Shape;359;p31"/>
              <p:cNvSpPr/>
              <p:nvPr/>
            </p:nvSpPr>
            <p:spPr>
              <a:xfrm>
                <a:off x="4120038" y="1762791"/>
                <a:ext cx="1384077" cy="806196"/>
              </a:xfrm>
              <a:custGeom>
                <a:rect b="b" l="l" r="r" t="t"/>
                <a:pathLst>
                  <a:path extrusionOk="0" h="806196" w="1384077">
                    <a:moveTo>
                      <a:pt x="1384078" y="806196"/>
                    </a:moveTo>
                    <a:lnTo>
                      <a:pt x="0" y="806196"/>
                    </a:lnTo>
                    <a:lnTo>
                      <a:pt x="0" y="0"/>
                    </a:lnTo>
                    <a:lnTo>
                      <a:pt x="1384078" y="0"/>
                    </a:lnTo>
                    <a:lnTo>
                      <a:pt x="1384078" y="806196"/>
                    </a:lnTo>
                    <a:close/>
                    <a:moveTo>
                      <a:pt x="65913" y="740283"/>
                    </a:moveTo>
                    <a:lnTo>
                      <a:pt x="1318165" y="740283"/>
                    </a:lnTo>
                    <a:lnTo>
                      <a:pt x="1318165" y="65913"/>
                    </a:lnTo>
                    <a:lnTo>
                      <a:pt x="65913" y="65913"/>
                    </a:lnTo>
                    <a:lnTo>
                      <a:pt x="65913" y="740283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60" name="Google Shape;360;p31"/>
              <p:cNvSpPr/>
              <p:nvPr/>
            </p:nvSpPr>
            <p:spPr>
              <a:xfrm>
                <a:off x="4520469" y="2332005"/>
                <a:ext cx="583311" cy="31051"/>
              </a:xfrm>
              <a:custGeom>
                <a:rect b="b" l="l" r="r" t="t"/>
                <a:pathLst>
                  <a:path extrusionOk="0" h="31051" w="583311">
                    <a:moveTo>
                      <a:pt x="567785" y="31051"/>
                    </a:moveTo>
                    <a:lnTo>
                      <a:pt x="15526" y="31051"/>
                    </a:lnTo>
                    <a:cubicBezTo>
                      <a:pt x="6953" y="31051"/>
                      <a:pt x="0" y="24098"/>
                      <a:pt x="0" y="15526"/>
                    </a:cubicBezTo>
                    <a:lnTo>
                      <a:pt x="0" y="15526"/>
                    </a:lnTo>
                    <a:cubicBezTo>
                      <a:pt x="0" y="6953"/>
                      <a:pt x="6953" y="0"/>
                      <a:pt x="15526" y="0"/>
                    </a:cubicBezTo>
                    <a:lnTo>
                      <a:pt x="567785" y="0"/>
                    </a:lnTo>
                    <a:cubicBezTo>
                      <a:pt x="576358" y="0"/>
                      <a:pt x="583311" y="6953"/>
                      <a:pt x="583311" y="15526"/>
                    </a:cubicBezTo>
                    <a:lnTo>
                      <a:pt x="583311" y="15526"/>
                    </a:lnTo>
                    <a:cubicBezTo>
                      <a:pt x="583311" y="24098"/>
                      <a:pt x="576358" y="31051"/>
                      <a:pt x="567785" y="31051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361" name="Google Shape;361;p31"/>
              <p:cNvGrpSpPr/>
              <p:nvPr/>
            </p:nvGrpSpPr>
            <p:grpSpPr>
              <a:xfrm>
                <a:off x="4552950" y="2363057"/>
                <a:ext cx="518254" cy="467486"/>
                <a:chOff x="4552950" y="2363057"/>
                <a:chExt cx="518254" cy="467486"/>
              </a:xfrm>
            </p:grpSpPr>
            <p:sp>
              <p:nvSpPr>
                <p:cNvPr id="362" name="Google Shape;362;p31"/>
                <p:cNvSpPr/>
                <p:nvPr/>
              </p:nvSpPr>
              <p:spPr>
                <a:xfrm>
                  <a:off x="4552950" y="2363057"/>
                  <a:ext cx="113347" cy="467486"/>
                </a:xfrm>
                <a:custGeom>
                  <a:rect b="b" l="l" r="r" t="t"/>
                  <a:pathLst>
                    <a:path extrusionOk="0" h="467486" w="113347">
                      <a:moveTo>
                        <a:pt x="0" y="0"/>
                      </a:moveTo>
                      <a:lnTo>
                        <a:pt x="113348" y="467487"/>
                      </a:lnTo>
                    </a:path>
                  </a:pathLst>
                </a:custGeom>
                <a:noFill/>
                <a:ln cap="flat" cmpd="sng" w="9525">
                  <a:solidFill>
                    <a:schemeClr val="accen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3" name="Google Shape;363;p31"/>
                <p:cNvSpPr/>
                <p:nvPr/>
              </p:nvSpPr>
              <p:spPr>
                <a:xfrm>
                  <a:off x="4957857" y="2363057"/>
                  <a:ext cx="113347" cy="467486"/>
                </a:xfrm>
                <a:custGeom>
                  <a:rect b="b" l="l" r="r" t="t"/>
                  <a:pathLst>
                    <a:path extrusionOk="0" h="467486" w="113347">
                      <a:moveTo>
                        <a:pt x="113348" y="0"/>
                      </a:moveTo>
                      <a:lnTo>
                        <a:pt x="0" y="467487"/>
                      </a:lnTo>
                    </a:path>
                  </a:pathLst>
                </a:custGeom>
                <a:noFill/>
                <a:ln cap="flat" cmpd="sng" w="9525">
                  <a:solidFill>
                    <a:schemeClr val="accen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4" name="Google Shape;364;p31"/>
                <p:cNvSpPr/>
                <p:nvPr/>
              </p:nvSpPr>
              <p:spPr>
                <a:xfrm>
                  <a:off x="4921472" y="2363057"/>
                  <a:ext cx="84963" cy="467486"/>
                </a:xfrm>
                <a:custGeom>
                  <a:rect b="b" l="l" r="r" t="t"/>
                  <a:pathLst>
                    <a:path extrusionOk="0" h="467486" w="84963">
                      <a:moveTo>
                        <a:pt x="84963" y="0"/>
                      </a:moveTo>
                      <a:lnTo>
                        <a:pt x="0" y="467487"/>
                      </a:lnTo>
                    </a:path>
                  </a:pathLst>
                </a:custGeom>
                <a:noFill/>
                <a:ln cap="flat" cmpd="sng" w="9525">
                  <a:solidFill>
                    <a:schemeClr val="accen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5" name="Google Shape;365;p31"/>
                <p:cNvSpPr/>
                <p:nvPr/>
              </p:nvSpPr>
              <p:spPr>
                <a:xfrm>
                  <a:off x="4884991" y="2363057"/>
                  <a:ext cx="56673" cy="467486"/>
                </a:xfrm>
                <a:custGeom>
                  <a:rect b="b" l="l" r="r" t="t"/>
                  <a:pathLst>
                    <a:path extrusionOk="0" h="467486" w="56673">
                      <a:moveTo>
                        <a:pt x="56674" y="0"/>
                      </a:moveTo>
                      <a:lnTo>
                        <a:pt x="0" y="467487"/>
                      </a:lnTo>
                    </a:path>
                  </a:pathLst>
                </a:custGeom>
                <a:noFill/>
                <a:ln cap="flat" cmpd="sng" w="9525">
                  <a:solidFill>
                    <a:schemeClr val="accen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6" name="Google Shape;366;p31"/>
                <p:cNvSpPr/>
                <p:nvPr/>
              </p:nvSpPr>
              <p:spPr>
                <a:xfrm>
                  <a:off x="4848510" y="2363057"/>
                  <a:ext cx="28384" cy="467486"/>
                </a:xfrm>
                <a:custGeom>
                  <a:rect b="b" l="l" r="r" t="t"/>
                  <a:pathLst>
                    <a:path extrusionOk="0" h="467486" w="28384">
                      <a:moveTo>
                        <a:pt x="28385" y="0"/>
                      </a:moveTo>
                      <a:lnTo>
                        <a:pt x="0" y="467487"/>
                      </a:lnTo>
                    </a:path>
                  </a:pathLst>
                </a:custGeom>
                <a:noFill/>
                <a:ln cap="flat" cmpd="sng" w="9525">
                  <a:solidFill>
                    <a:schemeClr val="accen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7" name="Google Shape;367;p31"/>
                <p:cNvSpPr/>
                <p:nvPr/>
              </p:nvSpPr>
              <p:spPr>
                <a:xfrm>
                  <a:off x="4812125" y="2363057"/>
                  <a:ext cx="9525" cy="467486"/>
                </a:xfrm>
                <a:custGeom>
                  <a:rect b="b" l="l" r="r" t="t"/>
                  <a:pathLst>
                    <a:path extrusionOk="0" h="467486" w="9525">
                      <a:moveTo>
                        <a:pt x="0" y="0"/>
                      </a:moveTo>
                      <a:lnTo>
                        <a:pt x="0" y="467487"/>
                      </a:lnTo>
                    </a:path>
                  </a:pathLst>
                </a:custGeom>
                <a:noFill/>
                <a:ln cap="flat" cmpd="sng" w="9525">
                  <a:solidFill>
                    <a:schemeClr val="accen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8" name="Google Shape;368;p31"/>
                <p:cNvSpPr/>
                <p:nvPr/>
              </p:nvSpPr>
              <p:spPr>
                <a:xfrm>
                  <a:off x="4747355" y="2363057"/>
                  <a:ext cx="28289" cy="467486"/>
                </a:xfrm>
                <a:custGeom>
                  <a:rect b="b" l="l" r="r" t="t"/>
                  <a:pathLst>
                    <a:path extrusionOk="0" h="467486" w="28289">
                      <a:moveTo>
                        <a:pt x="0" y="0"/>
                      </a:moveTo>
                      <a:lnTo>
                        <a:pt x="28289" y="467487"/>
                      </a:lnTo>
                    </a:path>
                  </a:pathLst>
                </a:custGeom>
                <a:noFill/>
                <a:ln cap="flat" cmpd="sng" w="9525">
                  <a:solidFill>
                    <a:schemeClr val="accen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69" name="Google Shape;369;p31"/>
                <p:cNvSpPr/>
                <p:nvPr/>
              </p:nvSpPr>
              <p:spPr>
                <a:xfrm>
                  <a:off x="4682490" y="2363057"/>
                  <a:ext cx="56769" cy="467486"/>
                </a:xfrm>
                <a:custGeom>
                  <a:rect b="b" l="l" r="r" t="t"/>
                  <a:pathLst>
                    <a:path extrusionOk="0" h="467486" w="56769">
                      <a:moveTo>
                        <a:pt x="0" y="0"/>
                      </a:moveTo>
                      <a:lnTo>
                        <a:pt x="56769" y="467487"/>
                      </a:lnTo>
                    </a:path>
                  </a:pathLst>
                </a:custGeom>
                <a:noFill/>
                <a:ln cap="flat" cmpd="sng" w="9525">
                  <a:solidFill>
                    <a:schemeClr val="accen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370" name="Google Shape;370;p31"/>
                <p:cNvSpPr/>
                <p:nvPr/>
              </p:nvSpPr>
              <p:spPr>
                <a:xfrm>
                  <a:off x="4617720" y="2363057"/>
                  <a:ext cx="85058" cy="467486"/>
                </a:xfrm>
                <a:custGeom>
                  <a:rect b="b" l="l" r="r" t="t"/>
                  <a:pathLst>
                    <a:path extrusionOk="0" h="467486" w="85058">
                      <a:moveTo>
                        <a:pt x="0" y="0"/>
                      </a:moveTo>
                      <a:lnTo>
                        <a:pt x="85058" y="467487"/>
                      </a:lnTo>
                    </a:path>
                  </a:pathLst>
                </a:custGeom>
                <a:noFill/>
                <a:ln cap="flat" cmpd="sng" w="9525">
                  <a:solidFill>
                    <a:schemeClr val="accen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371" name="Google Shape;371;p31"/>
              <p:cNvSpPr/>
              <p:nvPr/>
            </p:nvSpPr>
            <p:spPr>
              <a:xfrm>
                <a:off x="4775644" y="2568987"/>
                <a:ext cx="72866" cy="2681192"/>
              </a:xfrm>
              <a:custGeom>
                <a:rect b="b" l="l" r="r" t="t"/>
                <a:pathLst>
                  <a:path extrusionOk="0" h="2681192" w="72866">
                    <a:moveTo>
                      <a:pt x="0" y="0"/>
                    </a:moveTo>
                    <a:lnTo>
                      <a:pt x="72866" y="0"/>
                    </a:lnTo>
                    <a:lnTo>
                      <a:pt x="72866" y="2681192"/>
                    </a:lnTo>
                    <a:lnTo>
                      <a:pt x="0" y="2681192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372" name="Google Shape;372;p31"/>
            <p:cNvSpPr/>
            <p:nvPr/>
          </p:nvSpPr>
          <p:spPr>
            <a:xfrm>
              <a:off x="3578850" y="4595150"/>
              <a:ext cx="5561919" cy="8977"/>
            </a:xfrm>
            <a:custGeom>
              <a:rect b="b" l="l" r="r" t="t"/>
              <a:pathLst>
                <a:path extrusionOk="0" h="9525" w="4558950">
                  <a:moveTo>
                    <a:pt x="0" y="0"/>
                  </a:moveTo>
                  <a:lnTo>
                    <a:pt x="4558951" y="0"/>
                  </a:lnTo>
                </a:path>
              </a:pathLst>
            </a:custGeom>
            <a:noFill/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73" name="Google Shape;373;p31"/>
            <p:cNvGrpSpPr/>
            <p:nvPr/>
          </p:nvGrpSpPr>
          <p:grpSpPr>
            <a:xfrm>
              <a:off x="7854646" y="4056002"/>
              <a:ext cx="542654" cy="539139"/>
              <a:chOff x="1191959" y="3692252"/>
              <a:chExt cx="542654" cy="539139"/>
            </a:xfrm>
          </p:grpSpPr>
          <p:sp>
            <p:nvSpPr>
              <p:cNvPr id="374" name="Google Shape;374;p31"/>
              <p:cNvSpPr/>
              <p:nvPr/>
            </p:nvSpPr>
            <p:spPr>
              <a:xfrm>
                <a:off x="1199977" y="3696003"/>
                <a:ext cx="531052" cy="531076"/>
              </a:xfrm>
              <a:custGeom>
                <a:rect b="b" l="l" r="r" t="t"/>
                <a:pathLst>
                  <a:path extrusionOk="0" h="9345" w="9338">
                    <a:moveTo>
                      <a:pt x="4672" y="1"/>
                    </a:moveTo>
                    <a:cubicBezTo>
                      <a:pt x="2091" y="1"/>
                      <a:pt x="0" y="2091"/>
                      <a:pt x="0" y="4673"/>
                    </a:cubicBezTo>
                    <a:cubicBezTo>
                      <a:pt x="0" y="7247"/>
                      <a:pt x="2091" y="9344"/>
                      <a:pt x="4672" y="9344"/>
                    </a:cubicBezTo>
                    <a:cubicBezTo>
                      <a:pt x="7247" y="9344"/>
                      <a:pt x="9337" y="7247"/>
                      <a:pt x="9337" y="4673"/>
                    </a:cubicBezTo>
                    <a:cubicBezTo>
                      <a:pt x="9337" y="2091"/>
                      <a:pt x="7247" y="1"/>
                      <a:pt x="467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5" name="Google Shape;375;p31"/>
              <p:cNvSpPr/>
              <p:nvPr/>
            </p:nvSpPr>
            <p:spPr>
              <a:xfrm>
                <a:off x="1422510" y="3882568"/>
                <a:ext cx="312103" cy="348823"/>
              </a:xfrm>
              <a:custGeom>
                <a:rect b="b" l="l" r="r" t="t"/>
                <a:pathLst>
                  <a:path extrusionOk="0" h="6138" w="5488">
                    <a:moveTo>
                      <a:pt x="3847" y="0"/>
                    </a:moveTo>
                    <a:cubicBezTo>
                      <a:pt x="3318" y="0"/>
                      <a:pt x="2779" y="125"/>
                      <a:pt x="2295" y="376"/>
                    </a:cubicBezTo>
                    <a:cubicBezTo>
                      <a:pt x="1358" y="854"/>
                      <a:pt x="631" y="1766"/>
                      <a:pt x="293" y="2862"/>
                    </a:cubicBezTo>
                    <a:cubicBezTo>
                      <a:pt x="0" y="3850"/>
                      <a:pt x="13" y="4965"/>
                      <a:pt x="332" y="6087"/>
                    </a:cubicBezTo>
                    <a:cubicBezTo>
                      <a:pt x="344" y="6119"/>
                      <a:pt x="370" y="6138"/>
                      <a:pt x="402" y="6138"/>
                    </a:cubicBezTo>
                    <a:cubicBezTo>
                      <a:pt x="408" y="6138"/>
                      <a:pt x="415" y="6138"/>
                      <a:pt x="421" y="6131"/>
                    </a:cubicBezTo>
                    <a:cubicBezTo>
                      <a:pt x="453" y="6119"/>
                      <a:pt x="478" y="6080"/>
                      <a:pt x="466" y="6048"/>
                    </a:cubicBezTo>
                    <a:cubicBezTo>
                      <a:pt x="153" y="4952"/>
                      <a:pt x="141" y="3862"/>
                      <a:pt x="427" y="2906"/>
                    </a:cubicBezTo>
                    <a:cubicBezTo>
                      <a:pt x="752" y="1842"/>
                      <a:pt x="1453" y="963"/>
                      <a:pt x="2358" y="497"/>
                    </a:cubicBezTo>
                    <a:cubicBezTo>
                      <a:pt x="2826" y="257"/>
                      <a:pt x="3343" y="138"/>
                      <a:pt x="3850" y="138"/>
                    </a:cubicBezTo>
                    <a:cubicBezTo>
                      <a:pt x="4393" y="138"/>
                      <a:pt x="4925" y="275"/>
                      <a:pt x="5373" y="548"/>
                    </a:cubicBezTo>
                    <a:cubicBezTo>
                      <a:pt x="5385" y="555"/>
                      <a:pt x="5399" y="559"/>
                      <a:pt x="5412" y="559"/>
                    </a:cubicBezTo>
                    <a:cubicBezTo>
                      <a:pt x="5435" y="559"/>
                      <a:pt x="5457" y="549"/>
                      <a:pt x="5469" y="529"/>
                    </a:cubicBezTo>
                    <a:cubicBezTo>
                      <a:pt x="5488" y="491"/>
                      <a:pt x="5481" y="453"/>
                      <a:pt x="5450" y="434"/>
                    </a:cubicBezTo>
                    <a:cubicBezTo>
                      <a:pt x="4980" y="146"/>
                      <a:pt x="4419" y="0"/>
                      <a:pt x="384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6" name="Google Shape;376;p31"/>
              <p:cNvSpPr/>
              <p:nvPr/>
            </p:nvSpPr>
            <p:spPr>
              <a:xfrm>
                <a:off x="1261568" y="3744022"/>
                <a:ext cx="375569" cy="403379"/>
              </a:xfrm>
              <a:custGeom>
                <a:rect b="b" l="l" r="r" t="t"/>
                <a:pathLst>
                  <a:path extrusionOk="0" h="7098" w="6604">
                    <a:moveTo>
                      <a:pt x="6528" y="0"/>
                    </a:moveTo>
                    <a:cubicBezTo>
                      <a:pt x="6521" y="0"/>
                      <a:pt x="6515" y="1"/>
                      <a:pt x="6508" y="4"/>
                    </a:cubicBezTo>
                    <a:cubicBezTo>
                      <a:pt x="3321" y="947"/>
                      <a:pt x="708" y="3764"/>
                      <a:pt x="13" y="7008"/>
                    </a:cubicBezTo>
                    <a:cubicBezTo>
                      <a:pt x="1" y="7046"/>
                      <a:pt x="26" y="7084"/>
                      <a:pt x="64" y="7091"/>
                    </a:cubicBezTo>
                    <a:cubicBezTo>
                      <a:pt x="71" y="7097"/>
                      <a:pt x="77" y="7097"/>
                      <a:pt x="77" y="7097"/>
                    </a:cubicBezTo>
                    <a:cubicBezTo>
                      <a:pt x="109" y="7097"/>
                      <a:pt x="141" y="7072"/>
                      <a:pt x="147" y="7040"/>
                    </a:cubicBezTo>
                    <a:cubicBezTo>
                      <a:pt x="835" y="3840"/>
                      <a:pt x="3404" y="1062"/>
                      <a:pt x="6546" y="137"/>
                    </a:cubicBezTo>
                    <a:cubicBezTo>
                      <a:pt x="6584" y="131"/>
                      <a:pt x="6603" y="86"/>
                      <a:pt x="6591" y="55"/>
                    </a:cubicBezTo>
                    <a:cubicBezTo>
                      <a:pt x="6585" y="23"/>
                      <a:pt x="6559" y="0"/>
                      <a:pt x="652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377" name="Google Shape;377;p31"/>
              <p:cNvSpPr/>
              <p:nvPr/>
            </p:nvSpPr>
            <p:spPr>
              <a:xfrm>
                <a:off x="1191959" y="3692252"/>
                <a:ext cx="290037" cy="288526"/>
              </a:xfrm>
              <a:custGeom>
                <a:rect b="b" l="l" r="r" t="t"/>
                <a:pathLst>
                  <a:path extrusionOk="0" h="5077" w="5100">
                    <a:moveTo>
                      <a:pt x="5013" y="0"/>
                    </a:moveTo>
                    <a:cubicBezTo>
                      <a:pt x="4993" y="0"/>
                      <a:pt x="4974" y="10"/>
                      <a:pt x="4959" y="29"/>
                    </a:cubicBezTo>
                    <a:cubicBezTo>
                      <a:pt x="3838" y="1647"/>
                      <a:pt x="1881" y="3795"/>
                      <a:pt x="45" y="4949"/>
                    </a:cubicBezTo>
                    <a:cubicBezTo>
                      <a:pt x="14" y="4968"/>
                      <a:pt x="1" y="5013"/>
                      <a:pt x="26" y="5044"/>
                    </a:cubicBezTo>
                    <a:cubicBezTo>
                      <a:pt x="39" y="5064"/>
                      <a:pt x="58" y="5076"/>
                      <a:pt x="84" y="5076"/>
                    </a:cubicBezTo>
                    <a:cubicBezTo>
                      <a:pt x="96" y="5076"/>
                      <a:pt x="109" y="5076"/>
                      <a:pt x="122" y="5064"/>
                    </a:cubicBezTo>
                    <a:cubicBezTo>
                      <a:pt x="1970" y="3904"/>
                      <a:pt x="3946" y="1743"/>
                      <a:pt x="5074" y="111"/>
                    </a:cubicBezTo>
                    <a:cubicBezTo>
                      <a:pt x="5100" y="80"/>
                      <a:pt x="5087" y="35"/>
                      <a:pt x="5055" y="16"/>
                    </a:cubicBezTo>
                    <a:cubicBezTo>
                      <a:pt x="5042" y="5"/>
                      <a:pt x="5027" y="0"/>
                      <a:pt x="501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</p:grpSp>
      </p:grp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20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theme" Target="../theme/theme2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713225" y="445025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Alexandria"/>
              <a:buNone/>
              <a:defRPr b="1" sz="3300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exandria"/>
              <a:buNone/>
              <a:defRPr b="1" sz="3500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exandria"/>
              <a:buNone/>
              <a:defRPr b="1" sz="3500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exandria"/>
              <a:buNone/>
              <a:defRPr b="1" sz="3500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exandria"/>
              <a:buNone/>
              <a:defRPr b="1" sz="3500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exandria"/>
              <a:buNone/>
              <a:defRPr b="1" sz="3500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exandria"/>
              <a:buNone/>
              <a:defRPr b="1" sz="3500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exandria"/>
              <a:buNone/>
              <a:defRPr b="1" sz="3500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500"/>
              <a:buFont typeface="Alexandria"/>
              <a:buNone/>
              <a:defRPr b="1" sz="3500">
                <a:solidFill>
                  <a:schemeClr val="dk1"/>
                </a:solidFill>
                <a:latin typeface="Alexandria"/>
                <a:ea typeface="Alexandria"/>
                <a:cs typeface="Alexandria"/>
                <a:sym typeface="Alexandria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■"/>
              <a:defRPr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.jpg"/><Relationship Id="rId4" Type="http://schemas.openxmlformats.org/officeDocument/2006/relationships/image" Target="../media/image4.jpg"/><Relationship Id="rId5" Type="http://schemas.openxmlformats.org/officeDocument/2006/relationships/image" Target="../media/image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5.png"/><Relationship Id="rId4" Type="http://schemas.openxmlformats.org/officeDocument/2006/relationships/image" Target="../media/image1.jp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6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8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32"/>
          <p:cNvSpPr txBox="1"/>
          <p:nvPr>
            <p:ph type="ctrTitle"/>
          </p:nvPr>
        </p:nvSpPr>
        <p:spPr>
          <a:xfrm>
            <a:off x="142100" y="330075"/>
            <a:ext cx="5577000" cy="2083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Technology and Its Effect on Student Motivation and Engagement in Physical Education</a:t>
            </a:r>
            <a:endParaRPr sz="2500"/>
          </a:p>
        </p:txBody>
      </p:sp>
      <p:sp>
        <p:nvSpPr>
          <p:cNvPr id="383" name="Google Shape;383;p32"/>
          <p:cNvSpPr txBox="1"/>
          <p:nvPr>
            <p:ph idx="1" type="subTitle"/>
          </p:nvPr>
        </p:nvSpPr>
        <p:spPr>
          <a:xfrm>
            <a:off x="713225" y="2606050"/>
            <a:ext cx="2667900" cy="149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Michael Concepcion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CSIT 100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Professor Kaplun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384" name="Google Shape;384;p32"/>
          <p:cNvGrpSpPr/>
          <p:nvPr/>
        </p:nvGrpSpPr>
        <p:grpSpPr>
          <a:xfrm>
            <a:off x="6665723" y="1265973"/>
            <a:ext cx="1980415" cy="3322444"/>
            <a:chOff x="6135433" y="1713777"/>
            <a:chExt cx="2103691" cy="3529258"/>
          </a:xfrm>
        </p:grpSpPr>
        <p:sp>
          <p:nvSpPr>
            <p:cNvPr id="385" name="Google Shape;385;p32"/>
            <p:cNvSpPr/>
            <p:nvPr/>
          </p:nvSpPr>
          <p:spPr>
            <a:xfrm>
              <a:off x="7298435" y="2386774"/>
              <a:ext cx="940689" cy="2856261"/>
            </a:xfrm>
            <a:custGeom>
              <a:rect b="b" l="l" r="r" t="t"/>
              <a:pathLst>
                <a:path extrusionOk="0" h="2856261" w="940689">
                  <a:moveTo>
                    <a:pt x="848963" y="0"/>
                  </a:moveTo>
                  <a:lnTo>
                    <a:pt x="848963" y="178022"/>
                  </a:lnTo>
                  <a:lnTo>
                    <a:pt x="91726" y="178022"/>
                  </a:lnTo>
                  <a:lnTo>
                    <a:pt x="91726" y="0"/>
                  </a:lnTo>
                  <a:lnTo>
                    <a:pt x="0" y="0"/>
                  </a:lnTo>
                  <a:lnTo>
                    <a:pt x="0" y="2856262"/>
                  </a:lnTo>
                  <a:lnTo>
                    <a:pt x="91726" y="2856262"/>
                  </a:lnTo>
                  <a:lnTo>
                    <a:pt x="91726" y="2683097"/>
                  </a:lnTo>
                  <a:lnTo>
                    <a:pt x="848963" y="2683097"/>
                  </a:lnTo>
                  <a:lnTo>
                    <a:pt x="848963" y="2856262"/>
                  </a:lnTo>
                  <a:lnTo>
                    <a:pt x="940689" y="2856262"/>
                  </a:lnTo>
                  <a:lnTo>
                    <a:pt x="940689" y="0"/>
                  </a:lnTo>
                  <a:lnTo>
                    <a:pt x="848963" y="0"/>
                  </a:lnTo>
                  <a:close/>
                  <a:moveTo>
                    <a:pt x="848963" y="255270"/>
                  </a:moveTo>
                  <a:lnTo>
                    <a:pt x="848963" y="447770"/>
                  </a:lnTo>
                  <a:lnTo>
                    <a:pt x="91726" y="447770"/>
                  </a:lnTo>
                  <a:lnTo>
                    <a:pt x="91726" y="255270"/>
                  </a:lnTo>
                  <a:lnTo>
                    <a:pt x="848963" y="255270"/>
                  </a:lnTo>
                  <a:close/>
                  <a:moveTo>
                    <a:pt x="91726" y="2066353"/>
                  </a:moveTo>
                  <a:lnTo>
                    <a:pt x="91726" y="1873853"/>
                  </a:lnTo>
                  <a:lnTo>
                    <a:pt x="848963" y="1873853"/>
                  </a:lnTo>
                  <a:lnTo>
                    <a:pt x="848963" y="2066353"/>
                  </a:lnTo>
                  <a:lnTo>
                    <a:pt x="91726" y="2066353"/>
                  </a:lnTo>
                  <a:close/>
                  <a:moveTo>
                    <a:pt x="848963" y="2143601"/>
                  </a:moveTo>
                  <a:lnTo>
                    <a:pt x="848963" y="2336102"/>
                  </a:lnTo>
                  <a:lnTo>
                    <a:pt x="91726" y="2336102"/>
                  </a:lnTo>
                  <a:lnTo>
                    <a:pt x="91726" y="2143601"/>
                  </a:lnTo>
                  <a:lnTo>
                    <a:pt x="848963" y="2143601"/>
                  </a:lnTo>
                  <a:close/>
                  <a:moveTo>
                    <a:pt x="91726" y="1796606"/>
                  </a:moveTo>
                  <a:lnTo>
                    <a:pt x="91726" y="1604105"/>
                  </a:lnTo>
                  <a:lnTo>
                    <a:pt x="848963" y="1604105"/>
                  </a:lnTo>
                  <a:lnTo>
                    <a:pt x="848963" y="1796606"/>
                  </a:lnTo>
                  <a:lnTo>
                    <a:pt x="91726" y="1796606"/>
                  </a:lnTo>
                  <a:close/>
                  <a:moveTo>
                    <a:pt x="91726" y="1526858"/>
                  </a:moveTo>
                  <a:lnTo>
                    <a:pt x="91726" y="1334357"/>
                  </a:lnTo>
                  <a:lnTo>
                    <a:pt x="848963" y="1334357"/>
                  </a:lnTo>
                  <a:lnTo>
                    <a:pt x="848963" y="1526858"/>
                  </a:lnTo>
                  <a:lnTo>
                    <a:pt x="91726" y="1526858"/>
                  </a:lnTo>
                  <a:close/>
                  <a:moveTo>
                    <a:pt x="91726" y="1257110"/>
                  </a:moveTo>
                  <a:lnTo>
                    <a:pt x="91726" y="1064609"/>
                  </a:lnTo>
                  <a:lnTo>
                    <a:pt x="848963" y="1064609"/>
                  </a:lnTo>
                  <a:lnTo>
                    <a:pt x="848963" y="1257110"/>
                  </a:lnTo>
                  <a:lnTo>
                    <a:pt x="91726" y="1257110"/>
                  </a:lnTo>
                  <a:close/>
                  <a:moveTo>
                    <a:pt x="91726" y="987362"/>
                  </a:moveTo>
                  <a:lnTo>
                    <a:pt x="91726" y="794861"/>
                  </a:lnTo>
                  <a:lnTo>
                    <a:pt x="848963" y="794861"/>
                  </a:lnTo>
                  <a:lnTo>
                    <a:pt x="848963" y="987362"/>
                  </a:lnTo>
                  <a:lnTo>
                    <a:pt x="91726" y="987362"/>
                  </a:lnTo>
                  <a:close/>
                  <a:moveTo>
                    <a:pt x="91726" y="717613"/>
                  </a:moveTo>
                  <a:lnTo>
                    <a:pt x="91726" y="525113"/>
                  </a:lnTo>
                  <a:lnTo>
                    <a:pt x="848963" y="525113"/>
                  </a:lnTo>
                  <a:lnTo>
                    <a:pt x="848963" y="717613"/>
                  </a:lnTo>
                  <a:lnTo>
                    <a:pt x="91726" y="717613"/>
                  </a:lnTo>
                  <a:close/>
                  <a:moveTo>
                    <a:pt x="91726" y="2605945"/>
                  </a:moveTo>
                  <a:lnTo>
                    <a:pt x="91726" y="2413445"/>
                  </a:lnTo>
                  <a:lnTo>
                    <a:pt x="848963" y="2413445"/>
                  </a:lnTo>
                  <a:lnTo>
                    <a:pt x="848963" y="2605945"/>
                  </a:lnTo>
                  <a:lnTo>
                    <a:pt x="91726" y="2605945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386" name="Google Shape;386;p32"/>
            <p:cNvSpPr/>
            <p:nvPr/>
          </p:nvSpPr>
          <p:spPr>
            <a:xfrm>
              <a:off x="6135433" y="2386774"/>
              <a:ext cx="940688" cy="2856261"/>
            </a:xfrm>
            <a:custGeom>
              <a:rect b="b" l="l" r="r" t="t"/>
              <a:pathLst>
                <a:path extrusionOk="0" h="2856261" w="940688">
                  <a:moveTo>
                    <a:pt x="848963" y="0"/>
                  </a:moveTo>
                  <a:lnTo>
                    <a:pt x="848963" y="178022"/>
                  </a:lnTo>
                  <a:lnTo>
                    <a:pt x="91726" y="178022"/>
                  </a:lnTo>
                  <a:lnTo>
                    <a:pt x="91726" y="0"/>
                  </a:lnTo>
                  <a:lnTo>
                    <a:pt x="0" y="0"/>
                  </a:lnTo>
                  <a:lnTo>
                    <a:pt x="0" y="2856262"/>
                  </a:lnTo>
                  <a:lnTo>
                    <a:pt x="91726" y="2856262"/>
                  </a:lnTo>
                  <a:lnTo>
                    <a:pt x="91726" y="2683097"/>
                  </a:lnTo>
                  <a:lnTo>
                    <a:pt x="848963" y="2683097"/>
                  </a:lnTo>
                  <a:lnTo>
                    <a:pt x="848963" y="2856262"/>
                  </a:lnTo>
                  <a:lnTo>
                    <a:pt x="940689" y="2856262"/>
                  </a:lnTo>
                  <a:lnTo>
                    <a:pt x="940689" y="0"/>
                  </a:lnTo>
                  <a:lnTo>
                    <a:pt x="848963" y="0"/>
                  </a:lnTo>
                  <a:close/>
                  <a:moveTo>
                    <a:pt x="848963" y="255270"/>
                  </a:moveTo>
                  <a:lnTo>
                    <a:pt x="848963" y="447770"/>
                  </a:lnTo>
                  <a:lnTo>
                    <a:pt x="91726" y="447770"/>
                  </a:lnTo>
                  <a:lnTo>
                    <a:pt x="91726" y="255270"/>
                  </a:lnTo>
                  <a:lnTo>
                    <a:pt x="848963" y="255270"/>
                  </a:lnTo>
                  <a:close/>
                  <a:moveTo>
                    <a:pt x="91726" y="2066353"/>
                  </a:moveTo>
                  <a:lnTo>
                    <a:pt x="91726" y="1873853"/>
                  </a:lnTo>
                  <a:lnTo>
                    <a:pt x="848963" y="1873853"/>
                  </a:lnTo>
                  <a:lnTo>
                    <a:pt x="848963" y="2066353"/>
                  </a:lnTo>
                  <a:lnTo>
                    <a:pt x="91726" y="2066353"/>
                  </a:lnTo>
                  <a:close/>
                  <a:moveTo>
                    <a:pt x="848963" y="2143601"/>
                  </a:moveTo>
                  <a:lnTo>
                    <a:pt x="848963" y="2336102"/>
                  </a:lnTo>
                  <a:lnTo>
                    <a:pt x="91726" y="2336102"/>
                  </a:lnTo>
                  <a:lnTo>
                    <a:pt x="91726" y="2143601"/>
                  </a:lnTo>
                  <a:lnTo>
                    <a:pt x="848963" y="2143601"/>
                  </a:lnTo>
                  <a:close/>
                  <a:moveTo>
                    <a:pt x="91726" y="1796606"/>
                  </a:moveTo>
                  <a:lnTo>
                    <a:pt x="91726" y="1604105"/>
                  </a:lnTo>
                  <a:lnTo>
                    <a:pt x="848963" y="1604105"/>
                  </a:lnTo>
                  <a:lnTo>
                    <a:pt x="848963" y="1796606"/>
                  </a:lnTo>
                  <a:lnTo>
                    <a:pt x="91726" y="1796606"/>
                  </a:lnTo>
                  <a:close/>
                  <a:moveTo>
                    <a:pt x="91726" y="1526858"/>
                  </a:moveTo>
                  <a:lnTo>
                    <a:pt x="91726" y="1334357"/>
                  </a:lnTo>
                  <a:lnTo>
                    <a:pt x="848963" y="1334357"/>
                  </a:lnTo>
                  <a:lnTo>
                    <a:pt x="848963" y="1526858"/>
                  </a:lnTo>
                  <a:lnTo>
                    <a:pt x="91726" y="1526858"/>
                  </a:lnTo>
                  <a:close/>
                  <a:moveTo>
                    <a:pt x="91726" y="1257110"/>
                  </a:moveTo>
                  <a:lnTo>
                    <a:pt x="91726" y="1064609"/>
                  </a:lnTo>
                  <a:lnTo>
                    <a:pt x="848963" y="1064609"/>
                  </a:lnTo>
                  <a:lnTo>
                    <a:pt x="848963" y="1257110"/>
                  </a:lnTo>
                  <a:lnTo>
                    <a:pt x="91726" y="1257110"/>
                  </a:lnTo>
                  <a:close/>
                  <a:moveTo>
                    <a:pt x="91726" y="987362"/>
                  </a:moveTo>
                  <a:lnTo>
                    <a:pt x="91726" y="794861"/>
                  </a:lnTo>
                  <a:lnTo>
                    <a:pt x="848963" y="794861"/>
                  </a:lnTo>
                  <a:lnTo>
                    <a:pt x="848963" y="987362"/>
                  </a:lnTo>
                  <a:lnTo>
                    <a:pt x="91726" y="987362"/>
                  </a:lnTo>
                  <a:close/>
                  <a:moveTo>
                    <a:pt x="91726" y="717613"/>
                  </a:moveTo>
                  <a:lnTo>
                    <a:pt x="91726" y="525113"/>
                  </a:lnTo>
                  <a:lnTo>
                    <a:pt x="848963" y="525113"/>
                  </a:lnTo>
                  <a:lnTo>
                    <a:pt x="848963" y="717613"/>
                  </a:lnTo>
                  <a:lnTo>
                    <a:pt x="91726" y="717613"/>
                  </a:lnTo>
                  <a:close/>
                  <a:moveTo>
                    <a:pt x="91726" y="2605945"/>
                  </a:moveTo>
                  <a:lnTo>
                    <a:pt x="91726" y="2413445"/>
                  </a:lnTo>
                  <a:lnTo>
                    <a:pt x="848963" y="2413445"/>
                  </a:lnTo>
                  <a:lnTo>
                    <a:pt x="848963" y="2605945"/>
                  </a:lnTo>
                  <a:lnTo>
                    <a:pt x="91726" y="2605945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387" name="Google Shape;387;p32"/>
            <p:cNvGrpSpPr/>
            <p:nvPr/>
          </p:nvGrpSpPr>
          <p:grpSpPr>
            <a:xfrm>
              <a:off x="7410589" y="1713777"/>
              <a:ext cx="619839" cy="619839"/>
              <a:chOff x="7410589" y="1713777"/>
              <a:chExt cx="619839" cy="619839"/>
            </a:xfrm>
          </p:grpSpPr>
          <p:sp>
            <p:nvSpPr>
              <p:cNvPr id="388" name="Google Shape;388;p32"/>
              <p:cNvSpPr/>
              <p:nvPr/>
            </p:nvSpPr>
            <p:spPr>
              <a:xfrm rot="-4672513">
                <a:off x="7459575" y="1762763"/>
                <a:ext cx="521867" cy="521867"/>
              </a:xfrm>
              <a:custGeom>
                <a:rect b="b" l="l" r="r" t="t"/>
                <a:pathLst>
                  <a:path extrusionOk="0" h="521970" w="521970">
                    <a:moveTo>
                      <a:pt x="521970" y="260985"/>
                    </a:moveTo>
                    <a:cubicBezTo>
                      <a:pt x="521970" y="405123"/>
                      <a:pt x="405123" y="521970"/>
                      <a:pt x="260985" y="521970"/>
                    </a:cubicBezTo>
                    <a:cubicBezTo>
                      <a:pt x="116847" y="521970"/>
                      <a:pt x="0" y="405123"/>
                      <a:pt x="0" y="260985"/>
                    </a:cubicBezTo>
                    <a:cubicBezTo>
                      <a:pt x="0" y="116847"/>
                      <a:pt x="116847" y="0"/>
                      <a:pt x="260985" y="0"/>
                    </a:cubicBezTo>
                    <a:cubicBezTo>
                      <a:pt x="405123" y="0"/>
                      <a:pt x="521970" y="116847"/>
                      <a:pt x="521970" y="260985"/>
                    </a:cubicBez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389" name="Google Shape;389;p32"/>
              <p:cNvSpPr/>
              <p:nvPr/>
            </p:nvSpPr>
            <p:spPr>
              <a:xfrm>
                <a:off x="7720774" y="1863280"/>
                <a:ext cx="115252" cy="160591"/>
              </a:xfrm>
              <a:custGeom>
                <a:rect b="b" l="l" r="r" t="t"/>
                <a:pathLst>
                  <a:path extrusionOk="0" h="160591" w="115252">
                    <a:moveTo>
                      <a:pt x="0" y="0"/>
                    </a:moveTo>
                    <a:lnTo>
                      <a:pt x="0" y="160592"/>
                    </a:lnTo>
                    <a:lnTo>
                      <a:pt x="115253" y="109061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grpSp>
        <p:nvGrpSpPr>
          <p:cNvPr id="390" name="Google Shape;390;p32"/>
          <p:cNvGrpSpPr/>
          <p:nvPr/>
        </p:nvGrpSpPr>
        <p:grpSpPr>
          <a:xfrm>
            <a:off x="5297245" y="1089572"/>
            <a:ext cx="1929672" cy="3505570"/>
            <a:chOff x="5086487" y="1526395"/>
            <a:chExt cx="2049790" cy="3723784"/>
          </a:xfrm>
        </p:grpSpPr>
        <p:grpSp>
          <p:nvGrpSpPr>
            <p:cNvPr id="391" name="Google Shape;391;p32"/>
            <p:cNvGrpSpPr/>
            <p:nvPr/>
          </p:nvGrpSpPr>
          <p:grpSpPr>
            <a:xfrm>
              <a:off x="5086487" y="3293649"/>
              <a:ext cx="2049790" cy="1956530"/>
              <a:chOff x="5086487" y="3293649"/>
              <a:chExt cx="2049790" cy="1956530"/>
            </a:xfrm>
          </p:grpSpPr>
          <p:grpSp>
            <p:nvGrpSpPr>
              <p:cNvPr id="392" name="Google Shape;392;p32"/>
              <p:cNvGrpSpPr/>
              <p:nvPr/>
            </p:nvGrpSpPr>
            <p:grpSpPr>
              <a:xfrm>
                <a:off x="5086487" y="3937539"/>
                <a:ext cx="916262" cy="1312640"/>
                <a:chOff x="5086487" y="3937539"/>
                <a:chExt cx="916262" cy="1312640"/>
              </a:xfrm>
            </p:grpSpPr>
            <p:grpSp>
              <p:nvGrpSpPr>
                <p:cNvPr id="393" name="Google Shape;393;p32"/>
                <p:cNvGrpSpPr/>
                <p:nvPr/>
              </p:nvGrpSpPr>
              <p:grpSpPr>
                <a:xfrm>
                  <a:off x="5469826" y="3937539"/>
                  <a:ext cx="532923" cy="1240631"/>
                  <a:chOff x="5469826" y="3937539"/>
                  <a:chExt cx="532923" cy="1240631"/>
                </a:xfrm>
              </p:grpSpPr>
              <p:sp>
                <p:nvSpPr>
                  <p:cNvPr id="394" name="Google Shape;394;p32"/>
                  <p:cNvSpPr/>
                  <p:nvPr/>
                </p:nvSpPr>
                <p:spPr>
                  <a:xfrm>
                    <a:off x="5469826" y="3937539"/>
                    <a:ext cx="532923" cy="1240631"/>
                  </a:xfrm>
                  <a:custGeom>
                    <a:rect b="b" l="l" r="r" t="t"/>
                    <a:pathLst>
                      <a:path extrusionOk="0" h="1240631" w="532923">
                        <a:moveTo>
                          <a:pt x="0" y="1061561"/>
                        </a:moveTo>
                        <a:lnTo>
                          <a:pt x="92964" y="261938"/>
                        </a:lnTo>
                        <a:cubicBezTo>
                          <a:pt x="94774" y="245935"/>
                          <a:pt x="98679" y="230314"/>
                          <a:pt x="104489" y="215265"/>
                        </a:cubicBezTo>
                        <a:lnTo>
                          <a:pt x="188119" y="0"/>
                        </a:lnTo>
                        <a:lnTo>
                          <a:pt x="532924" y="0"/>
                        </a:lnTo>
                        <a:lnTo>
                          <a:pt x="422053" y="258413"/>
                        </a:lnTo>
                        <a:lnTo>
                          <a:pt x="212122" y="1132237"/>
                        </a:lnTo>
                        <a:lnTo>
                          <a:pt x="92678" y="1240631"/>
                        </a:lnTo>
                        <a:lnTo>
                          <a:pt x="0" y="1181290"/>
                        </a:lnTo>
                        <a:lnTo>
                          <a:pt x="0" y="1061466"/>
                        </a:lnTo>
                        <a:close/>
                      </a:path>
                    </a:pathLst>
                  </a:custGeom>
                  <a:solidFill>
                    <a:srgbClr val="FFA499"/>
                  </a:solidFill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95" name="Google Shape;395;p32"/>
                  <p:cNvSpPr/>
                  <p:nvPr/>
                </p:nvSpPr>
                <p:spPr>
                  <a:xfrm>
                    <a:off x="5469826" y="3937539"/>
                    <a:ext cx="532923" cy="1240631"/>
                  </a:xfrm>
                  <a:custGeom>
                    <a:rect b="b" l="l" r="r" t="t"/>
                    <a:pathLst>
                      <a:path extrusionOk="0" h="1240631" w="532923">
                        <a:moveTo>
                          <a:pt x="0" y="1061561"/>
                        </a:moveTo>
                        <a:lnTo>
                          <a:pt x="92964" y="261938"/>
                        </a:lnTo>
                        <a:cubicBezTo>
                          <a:pt x="94774" y="245935"/>
                          <a:pt x="98679" y="230314"/>
                          <a:pt x="104489" y="215265"/>
                        </a:cubicBezTo>
                        <a:lnTo>
                          <a:pt x="188119" y="0"/>
                        </a:lnTo>
                        <a:lnTo>
                          <a:pt x="532924" y="0"/>
                        </a:lnTo>
                        <a:lnTo>
                          <a:pt x="422053" y="258413"/>
                        </a:lnTo>
                        <a:lnTo>
                          <a:pt x="212122" y="1132237"/>
                        </a:lnTo>
                        <a:lnTo>
                          <a:pt x="92678" y="1240631"/>
                        </a:lnTo>
                        <a:lnTo>
                          <a:pt x="0" y="1181290"/>
                        </a:lnTo>
                        <a:lnTo>
                          <a:pt x="0" y="1061466"/>
                        </a:lnTo>
                        <a:close/>
                      </a:path>
                    </a:pathLst>
                  </a:custGeom>
                  <a:noFill/>
                  <a:ln cap="rnd" cmpd="sng" w="952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396" name="Google Shape;396;p32"/>
                <p:cNvSpPr/>
                <p:nvPr/>
              </p:nvSpPr>
              <p:spPr>
                <a:xfrm>
                  <a:off x="5469826" y="4923091"/>
                  <a:ext cx="247364" cy="255174"/>
                </a:xfrm>
                <a:custGeom>
                  <a:rect b="b" l="l" r="r" t="t"/>
                  <a:pathLst>
                    <a:path extrusionOk="0" h="255174" w="247364">
                      <a:moveTo>
                        <a:pt x="8858" y="0"/>
                      </a:moveTo>
                      <a:lnTo>
                        <a:pt x="0" y="76010"/>
                      </a:lnTo>
                      <a:lnTo>
                        <a:pt x="0" y="195834"/>
                      </a:lnTo>
                      <a:lnTo>
                        <a:pt x="92678" y="255175"/>
                      </a:lnTo>
                      <a:lnTo>
                        <a:pt x="212122" y="146780"/>
                      </a:lnTo>
                      <a:lnTo>
                        <a:pt x="247364" y="0"/>
                      </a:lnTo>
                      <a:lnTo>
                        <a:pt x="8858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397" name="Google Shape;397;p32"/>
                <p:cNvGrpSpPr/>
                <p:nvPr/>
              </p:nvGrpSpPr>
              <p:grpSpPr>
                <a:xfrm>
                  <a:off x="5086487" y="4999085"/>
                  <a:ext cx="608465" cy="251094"/>
                  <a:chOff x="5086487" y="4999085"/>
                  <a:chExt cx="608465" cy="251094"/>
                </a:xfrm>
              </p:grpSpPr>
              <p:sp>
                <p:nvSpPr>
                  <p:cNvPr id="398" name="Google Shape;398;p32"/>
                  <p:cNvSpPr/>
                  <p:nvPr/>
                </p:nvSpPr>
                <p:spPr>
                  <a:xfrm>
                    <a:off x="5089205" y="4999085"/>
                    <a:ext cx="605747" cy="239759"/>
                  </a:xfrm>
                  <a:custGeom>
                    <a:rect b="b" l="l" r="r" t="t"/>
                    <a:pathLst>
                      <a:path extrusionOk="0" h="239759" w="605747">
                        <a:moveTo>
                          <a:pt x="592743" y="70786"/>
                        </a:moveTo>
                        <a:cubicBezTo>
                          <a:pt x="590361" y="62595"/>
                          <a:pt x="580170" y="59642"/>
                          <a:pt x="573883" y="65452"/>
                        </a:cubicBezTo>
                        <a:cubicBezTo>
                          <a:pt x="555500" y="82406"/>
                          <a:pt x="520543" y="109934"/>
                          <a:pt x="487015" y="109934"/>
                        </a:cubicBezTo>
                        <a:cubicBezTo>
                          <a:pt x="448915" y="109934"/>
                          <a:pt x="408339" y="71929"/>
                          <a:pt x="410815" y="64214"/>
                        </a:cubicBezTo>
                        <a:cubicBezTo>
                          <a:pt x="418149" y="41259"/>
                          <a:pt x="404338" y="3730"/>
                          <a:pt x="380716" y="111"/>
                        </a:cubicBezTo>
                        <a:cubicBezTo>
                          <a:pt x="349379" y="-4557"/>
                          <a:pt x="184596" y="139938"/>
                          <a:pt x="73630" y="164036"/>
                        </a:cubicBezTo>
                        <a:lnTo>
                          <a:pt x="34197" y="177561"/>
                        </a:lnTo>
                        <a:cubicBezTo>
                          <a:pt x="13527" y="184610"/>
                          <a:pt x="-189" y="204136"/>
                          <a:pt x="2" y="225948"/>
                        </a:cubicBezTo>
                        <a:cubicBezTo>
                          <a:pt x="2" y="233663"/>
                          <a:pt x="6574" y="239760"/>
                          <a:pt x="14289" y="239760"/>
                        </a:cubicBezTo>
                        <a:lnTo>
                          <a:pt x="558643" y="239760"/>
                        </a:lnTo>
                        <a:cubicBezTo>
                          <a:pt x="577693" y="239760"/>
                          <a:pt x="594552" y="227091"/>
                          <a:pt x="599410" y="208708"/>
                        </a:cubicBezTo>
                        <a:cubicBezTo>
                          <a:pt x="606649" y="181086"/>
                          <a:pt x="611221" y="134985"/>
                          <a:pt x="592838" y="70786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 cap="rnd" cmpd="sng" w="952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399" name="Google Shape;399;p32"/>
                  <p:cNvSpPr/>
                  <p:nvPr/>
                </p:nvSpPr>
                <p:spPr>
                  <a:xfrm>
                    <a:off x="5086487" y="5191982"/>
                    <a:ext cx="606196" cy="58197"/>
                  </a:xfrm>
                  <a:custGeom>
                    <a:rect b="b" l="l" r="r" t="t"/>
                    <a:pathLst>
                      <a:path extrusionOk="0" h="58197" w="606196">
                        <a:moveTo>
                          <a:pt x="2625" y="33052"/>
                        </a:moveTo>
                        <a:cubicBezTo>
                          <a:pt x="2625" y="33052"/>
                          <a:pt x="-3281" y="46768"/>
                          <a:pt x="2625" y="58198"/>
                        </a:cubicBezTo>
                        <a:lnTo>
                          <a:pt x="573267" y="58198"/>
                        </a:lnTo>
                        <a:cubicBezTo>
                          <a:pt x="582888" y="58198"/>
                          <a:pt x="592032" y="53150"/>
                          <a:pt x="596699" y="44672"/>
                        </a:cubicBezTo>
                        <a:cubicBezTo>
                          <a:pt x="602509" y="34100"/>
                          <a:pt x="608415" y="18097"/>
                          <a:pt x="605367" y="0"/>
                        </a:cubicBezTo>
                        <a:cubicBezTo>
                          <a:pt x="605367" y="0"/>
                          <a:pt x="496020" y="39529"/>
                          <a:pt x="2625" y="33052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 cap="rnd" cmpd="sng" w="952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400" name="Google Shape;400;p32"/>
              <p:cNvGrpSpPr/>
              <p:nvPr/>
            </p:nvGrpSpPr>
            <p:grpSpPr>
              <a:xfrm>
                <a:off x="6220110" y="3937539"/>
                <a:ext cx="916167" cy="1312640"/>
                <a:chOff x="6220110" y="3937539"/>
                <a:chExt cx="916167" cy="1312640"/>
              </a:xfrm>
            </p:grpSpPr>
            <p:grpSp>
              <p:nvGrpSpPr>
                <p:cNvPr id="401" name="Google Shape;401;p32"/>
                <p:cNvGrpSpPr/>
                <p:nvPr/>
              </p:nvGrpSpPr>
              <p:grpSpPr>
                <a:xfrm>
                  <a:off x="6220110" y="3937539"/>
                  <a:ext cx="532828" cy="1240726"/>
                  <a:chOff x="6220110" y="3937539"/>
                  <a:chExt cx="532828" cy="1240726"/>
                </a:xfrm>
              </p:grpSpPr>
              <p:sp>
                <p:nvSpPr>
                  <p:cNvPr id="402" name="Google Shape;402;p32"/>
                  <p:cNvSpPr/>
                  <p:nvPr/>
                </p:nvSpPr>
                <p:spPr>
                  <a:xfrm>
                    <a:off x="6220110" y="3937539"/>
                    <a:ext cx="532828" cy="1240726"/>
                  </a:xfrm>
                  <a:custGeom>
                    <a:rect b="b" l="l" r="r" t="t"/>
                    <a:pathLst>
                      <a:path extrusionOk="0" h="1240726" w="532828">
                        <a:moveTo>
                          <a:pt x="532829" y="1061561"/>
                        </a:moveTo>
                        <a:lnTo>
                          <a:pt x="344805" y="0"/>
                        </a:lnTo>
                        <a:lnTo>
                          <a:pt x="0" y="0"/>
                        </a:lnTo>
                        <a:lnTo>
                          <a:pt x="320802" y="1132332"/>
                        </a:lnTo>
                        <a:lnTo>
                          <a:pt x="440246" y="1240726"/>
                        </a:lnTo>
                        <a:lnTo>
                          <a:pt x="532829" y="1181386"/>
                        </a:lnTo>
                        <a:lnTo>
                          <a:pt x="532829" y="1061561"/>
                        </a:lnTo>
                        <a:close/>
                      </a:path>
                    </a:pathLst>
                  </a:custGeom>
                  <a:solidFill>
                    <a:srgbClr val="FFA499"/>
                  </a:solidFill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03" name="Google Shape;403;p32"/>
                  <p:cNvSpPr/>
                  <p:nvPr/>
                </p:nvSpPr>
                <p:spPr>
                  <a:xfrm>
                    <a:off x="6220110" y="3937539"/>
                    <a:ext cx="532828" cy="1240726"/>
                  </a:xfrm>
                  <a:custGeom>
                    <a:rect b="b" l="l" r="r" t="t"/>
                    <a:pathLst>
                      <a:path extrusionOk="0" h="1240726" w="532828">
                        <a:moveTo>
                          <a:pt x="532829" y="1061561"/>
                        </a:moveTo>
                        <a:lnTo>
                          <a:pt x="344805" y="0"/>
                        </a:lnTo>
                        <a:lnTo>
                          <a:pt x="0" y="0"/>
                        </a:lnTo>
                        <a:lnTo>
                          <a:pt x="320802" y="1132332"/>
                        </a:lnTo>
                        <a:lnTo>
                          <a:pt x="440246" y="1240726"/>
                        </a:lnTo>
                        <a:lnTo>
                          <a:pt x="532829" y="1181386"/>
                        </a:lnTo>
                        <a:lnTo>
                          <a:pt x="532829" y="1061561"/>
                        </a:lnTo>
                        <a:close/>
                      </a:path>
                    </a:pathLst>
                  </a:custGeom>
                  <a:noFill/>
                  <a:ln cap="rnd" cmpd="sng" w="952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404" name="Google Shape;404;p32"/>
                <p:cNvSpPr/>
                <p:nvPr/>
              </p:nvSpPr>
              <p:spPr>
                <a:xfrm>
                  <a:off x="6500145" y="4922996"/>
                  <a:ext cx="252793" cy="255269"/>
                </a:xfrm>
                <a:custGeom>
                  <a:rect b="b" l="l" r="r" t="t"/>
                  <a:pathLst>
                    <a:path extrusionOk="0" h="255269" w="252793">
                      <a:moveTo>
                        <a:pt x="239363" y="0"/>
                      </a:moveTo>
                      <a:lnTo>
                        <a:pt x="252794" y="76105"/>
                      </a:lnTo>
                      <a:lnTo>
                        <a:pt x="252794" y="195929"/>
                      </a:lnTo>
                      <a:lnTo>
                        <a:pt x="160211" y="255270"/>
                      </a:lnTo>
                      <a:lnTo>
                        <a:pt x="40767" y="146875"/>
                      </a:lnTo>
                      <a:lnTo>
                        <a:pt x="0" y="3143"/>
                      </a:lnTo>
                      <a:lnTo>
                        <a:pt x="239363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405" name="Google Shape;405;p32"/>
                <p:cNvGrpSpPr/>
                <p:nvPr/>
              </p:nvGrpSpPr>
              <p:grpSpPr>
                <a:xfrm>
                  <a:off x="6527908" y="4999085"/>
                  <a:ext cx="608369" cy="251094"/>
                  <a:chOff x="6527908" y="4999085"/>
                  <a:chExt cx="608369" cy="251094"/>
                </a:xfrm>
              </p:grpSpPr>
              <p:sp>
                <p:nvSpPr>
                  <p:cNvPr id="406" name="Google Shape;406;p32"/>
                  <p:cNvSpPr/>
                  <p:nvPr/>
                </p:nvSpPr>
                <p:spPr>
                  <a:xfrm>
                    <a:off x="6527908" y="4999085"/>
                    <a:ext cx="605747" cy="239759"/>
                  </a:xfrm>
                  <a:custGeom>
                    <a:rect b="b" l="l" r="r" t="t"/>
                    <a:pathLst>
                      <a:path extrusionOk="0" h="239759" w="605747">
                        <a:moveTo>
                          <a:pt x="13004" y="70786"/>
                        </a:moveTo>
                        <a:cubicBezTo>
                          <a:pt x="15386" y="62595"/>
                          <a:pt x="25578" y="59642"/>
                          <a:pt x="31864" y="65452"/>
                        </a:cubicBezTo>
                        <a:cubicBezTo>
                          <a:pt x="50247" y="82406"/>
                          <a:pt x="85204" y="109934"/>
                          <a:pt x="118732" y="109934"/>
                        </a:cubicBezTo>
                        <a:cubicBezTo>
                          <a:pt x="156832" y="109934"/>
                          <a:pt x="197409" y="71929"/>
                          <a:pt x="194932" y="64214"/>
                        </a:cubicBezTo>
                        <a:cubicBezTo>
                          <a:pt x="187598" y="41259"/>
                          <a:pt x="201409" y="3730"/>
                          <a:pt x="225031" y="111"/>
                        </a:cubicBezTo>
                        <a:cubicBezTo>
                          <a:pt x="256368" y="-4557"/>
                          <a:pt x="421151" y="139938"/>
                          <a:pt x="532117" y="164036"/>
                        </a:cubicBezTo>
                        <a:lnTo>
                          <a:pt x="571551" y="177561"/>
                        </a:lnTo>
                        <a:cubicBezTo>
                          <a:pt x="592220" y="184610"/>
                          <a:pt x="605936" y="204136"/>
                          <a:pt x="605745" y="225948"/>
                        </a:cubicBezTo>
                        <a:cubicBezTo>
                          <a:pt x="605745" y="233663"/>
                          <a:pt x="599173" y="239760"/>
                          <a:pt x="591458" y="239760"/>
                        </a:cubicBezTo>
                        <a:lnTo>
                          <a:pt x="47104" y="239760"/>
                        </a:lnTo>
                        <a:cubicBezTo>
                          <a:pt x="28054" y="239760"/>
                          <a:pt x="11195" y="227091"/>
                          <a:pt x="6337" y="208708"/>
                        </a:cubicBezTo>
                        <a:cubicBezTo>
                          <a:pt x="-902" y="181086"/>
                          <a:pt x="-5474" y="134985"/>
                          <a:pt x="12909" y="70786"/>
                        </a:cubicBezTo>
                        <a:close/>
                      </a:path>
                    </a:pathLst>
                  </a:custGeom>
                  <a:solidFill>
                    <a:schemeClr val="accent2"/>
                  </a:solidFill>
                  <a:ln cap="rnd" cmpd="sng" w="952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07" name="Google Shape;407;p32"/>
                  <p:cNvSpPr/>
                  <p:nvPr/>
                </p:nvSpPr>
                <p:spPr>
                  <a:xfrm>
                    <a:off x="6530081" y="5191982"/>
                    <a:ext cx="606196" cy="58197"/>
                  </a:xfrm>
                  <a:custGeom>
                    <a:rect b="b" l="l" r="r" t="t"/>
                    <a:pathLst>
                      <a:path extrusionOk="0" h="58197" w="606196">
                        <a:moveTo>
                          <a:pt x="603572" y="33052"/>
                        </a:moveTo>
                        <a:cubicBezTo>
                          <a:pt x="603572" y="33052"/>
                          <a:pt x="609477" y="46768"/>
                          <a:pt x="603572" y="58198"/>
                        </a:cubicBezTo>
                        <a:lnTo>
                          <a:pt x="32929" y="58198"/>
                        </a:lnTo>
                        <a:cubicBezTo>
                          <a:pt x="23309" y="58198"/>
                          <a:pt x="14165" y="53150"/>
                          <a:pt x="9498" y="44672"/>
                        </a:cubicBezTo>
                        <a:cubicBezTo>
                          <a:pt x="3687" y="34100"/>
                          <a:pt x="-2218" y="18097"/>
                          <a:pt x="830" y="0"/>
                        </a:cubicBezTo>
                        <a:cubicBezTo>
                          <a:pt x="830" y="0"/>
                          <a:pt x="110177" y="39529"/>
                          <a:pt x="603572" y="33052"/>
                        </a:cubicBezTo>
                        <a:close/>
                      </a:path>
                    </a:pathLst>
                  </a:custGeom>
                  <a:solidFill>
                    <a:schemeClr val="accent5"/>
                  </a:solidFill>
                  <a:ln cap="rnd" cmpd="sng" w="952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408" name="Google Shape;408;p32"/>
              <p:cNvGrpSpPr/>
              <p:nvPr/>
            </p:nvGrpSpPr>
            <p:grpSpPr>
              <a:xfrm>
                <a:off x="5594984" y="3293649"/>
                <a:ext cx="1024508" cy="719518"/>
                <a:chOff x="5594984" y="3293649"/>
                <a:chExt cx="1024508" cy="719518"/>
              </a:xfrm>
            </p:grpSpPr>
            <p:sp>
              <p:nvSpPr>
                <p:cNvPr id="409" name="Google Shape;409;p32"/>
                <p:cNvSpPr/>
                <p:nvPr/>
              </p:nvSpPr>
              <p:spPr>
                <a:xfrm>
                  <a:off x="5594984" y="3293649"/>
                  <a:ext cx="1024508" cy="719518"/>
                </a:xfrm>
                <a:custGeom>
                  <a:rect b="b" l="l" r="r" t="t"/>
                  <a:pathLst>
                    <a:path extrusionOk="0" h="719518" w="1024508">
                      <a:moveTo>
                        <a:pt x="223838" y="77629"/>
                      </a:moveTo>
                      <a:lnTo>
                        <a:pt x="0" y="719518"/>
                      </a:lnTo>
                      <a:lnTo>
                        <a:pt x="398907" y="719518"/>
                      </a:lnTo>
                      <a:lnTo>
                        <a:pt x="507968" y="469868"/>
                      </a:lnTo>
                      <a:lnTo>
                        <a:pt x="614172" y="719518"/>
                      </a:lnTo>
                      <a:lnTo>
                        <a:pt x="1024509" y="719518"/>
                      </a:lnTo>
                      <a:cubicBezTo>
                        <a:pt x="1024509" y="719518"/>
                        <a:pt x="878205" y="139065"/>
                        <a:pt x="806387" y="0"/>
                      </a:cubicBezTo>
                      <a:lnTo>
                        <a:pt x="223838" y="77629"/>
                      </a:lnTo>
                      <a:close/>
                    </a:path>
                  </a:pathLst>
                </a:custGeom>
                <a:solidFill>
                  <a:srgbClr val="FF7300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10" name="Google Shape;410;p32"/>
                <p:cNvSpPr/>
                <p:nvPr/>
              </p:nvSpPr>
              <p:spPr>
                <a:xfrm>
                  <a:off x="6002760" y="3602773"/>
                  <a:ext cx="105689" cy="305742"/>
                </a:xfrm>
                <a:custGeom>
                  <a:rect b="b" l="l" r="r" t="t"/>
                  <a:pathLst>
                    <a:path extrusionOk="0" h="348424" w="105689">
                      <a:moveTo>
                        <a:pt x="39586" y="0"/>
                      </a:moveTo>
                      <a:cubicBezTo>
                        <a:pt x="39586" y="0"/>
                        <a:pt x="-31756" y="281845"/>
                        <a:pt x="17107" y="348425"/>
                      </a:cubicBezTo>
                      <a:lnTo>
                        <a:pt x="105690" y="191929"/>
                      </a:lnTo>
                      <a:lnTo>
                        <a:pt x="39586" y="0"/>
                      </a:lnTo>
                    </a:path>
                  </a:pathLst>
                </a:custGeom>
                <a:solidFill>
                  <a:srgbClr val="000000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11" name="Google Shape;411;p32"/>
                <p:cNvSpPr/>
                <p:nvPr/>
              </p:nvSpPr>
              <p:spPr>
                <a:xfrm>
                  <a:off x="5594984" y="3293649"/>
                  <a:ext cx="1024508" cy="719518"/>
                </a:xfrm>
                <a:custGeom>
                  <a:rect b="b" l="l" r="r" t="t"/>
                  <a:pathLst>
                    <a:path extrusionOk="0" h="719518" w="1024508">
                      <a:moveTo>
                        <a:pt x="223838" y="77629"/>
                      </a:moveTo>
                      <a:lnTo>
                        <a:pt x="0" y="719518"/>
                      </a:lnTo>
                      <a:lnTo>
                        <a:pt x="398907" y="719518"/>
                      </a:lnTo>
                      <a:lnTo>
                        <a:pt x="507968" y="469868"/>
                      </a:lnTo>
                      <a:lnTo>
                        <a:pt x="614172" y="719518"/>
                      </a:lnTo>
                      <a:lnTo>
                        <a:pt x="1024509" y="719518"/>
                      </a:lnTo>
                      <a:cubicBezTo>
                        <a:pt x="1024509" y="719518"/>
                        <a:pt x="878205" y="139065"/>
                        <a:pt x="806387" y="0"/>
                      </a:cubicBezTo>
                      <a:lnTo>
                        <a:pt x="223838" y="77629"/>
                      </a:lnTo>
                      <a:close/>
                    </a:path>
                  </a:pathLst>
                </a:custGeom>
                <a:solidFill>
                  <a:schemeClr val="accent5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12" name="Google Shape;412;p32"/>
              <p:cNvSpPr/>
              <p:nvPr/>
            </p:nvSpPr>
            <p:spPr>
              <a:xfrm>
                <a:off x="6058281" y="3617499"/>
                <a:ext cx="44672" cy="145922"/>
              </a:xfrm>
              <a:custGeom>
                <a:rect b="b" l="l" r="r" t="t"/>
                <a:pathLst>
                  <a:path extrusionOk="0" h="145922" w="44672">
                    <a:moveTo>
                      <a:pt x="0" y="0"/>
                    </a:moveTo>
                    <a:lnTo>
                      <a:pt x="44672" y="145923"/>
                    </a:lnTo>
                  </a:path>
                </a:pathLst>
              </a:custGeom>
              <a:noFill/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13" name="Google Shape;413;p32"/>
            <p:cNvGrpSpPr/>
            <p:nvPr/>
          </p:nvGrpSpPr>
          <p:grpSpPr>
            <a:xfrm>
              <a:off x="5394813" y="1526395"/>
              <a:ext cx="1020849" cy="2060108"/>
              <a:chOff x="5394813" y="1526395"/>
              <a:chExt cx="1020849" cy="2060108"/>
            </a:xfrm>
          </p:grpSpPr>
          <p:sp>
            <p:nvSpPr>
              <p:cNvPr id="414" name="Google Shape;414;p32"/>
              <p:cNvSpPr/>
              <p:nvPr/>
            </p:nvSpPr>
            <p:spPr>
              <a:xfrm>
                <a:off x="5743045" y="1526395"/>
                <a:ext cx="575268" cy="960201"/>
              </a:xfrm>
              <a:custGeom>
                <a:rect b="b" l="l" r="r" t="t"/>
                <a:pathLst>
                  <a:path extrusionOk="0" h="960201" w="575268">
                    <a:moveTo>
                      <a:pt x="142071" y="184961"/>
                    </a:moveTo>
                    <a:cubicBezTo>
                      <a:pt x="118544" y="165816"/>
                      <a:pt x="82064" y="180104"/>
                      <a:pt x="82064" y="180104"/>
                    </a:cubicBezTo>
                    <a:cubicBezTo>
                      <a:pt x="82064" y="180104"/>
                      <a:pt x="-2423" y="160482"/>
                      <a:pt x="53" y="180389"/>
                    </a:cubicBezTo>
                    <a:cubicBezTo>
                      <a:pt x="2530" y="200297"/>
                      <a:pt x="43297" y="218680"/>
                      <a:pt x="75777" y="249827"/>
                    </a:cubicBezTo>
                    <a:cubicBezTo>
                      <a:pt x="108257" y="280973"/>
                      <a:pt x="138547" y="287069"/>
                      <a:pt x="138547" y="287069"/>
                    </a:cubicBezTo>
                    <a:lnTo>
                      <a:pt x="301139" y="571391"/>
                    </a:lnTo>
                    <a:lnTo>
                      <a:pt x="343334" y="946199"/>
                    </a:lnTo>
                    <a:lnTo>
                      <a:pt x="575268" y="960201"/>
                    </a:lnTo>
                    <a:lnTo>
                      <a:pt x="531548" y="570819"/>
                    </a:lnTo>
                    <a:cubicBezTo>
                      <a:pt x="526786" y="528433"/>
                      <a:pt x="507926" y="488809"/>
                      <a:pt x="478018" y="458329"/>
                    </a:cubicBezTo>
                    <a:lnTo>
                      <a:pt x="247703" y="224014"/>
                    </a:lnTo>
                    <a:cubicBezTo>
                      <a:pt x="256562" y="198201"/>
                      <a:pt x="216080" y="102570"/>
                      <a:pt x="216080" y="102570"/>
                    </a:cubicBezTo>
                    <a:cubicBezTo>
                      <a:pt x="216080" y="102570"/>
                      <a:pt x="222938" y="5987"/>
                      <a:pt x="199697" y="13035"/>
                    </a:cubicBezTo>
                    <a:cubicBezTo>
                      <a:pt x="176361" y="20084"/>
                      <a:pt x="174551" y="80948"/>
                      <a:pt x="174551" y="80948"/>
                    </a:cubicBezTo>
                    <a:cubicBezTo>
                      <a:pt x="174551" y="80948"/>
                      <a:pt x="147500" y="-5443"/>
                      <a:pt x="128450" y="272"/>
                    </a:cubicBezTo>
                    <a:cubicBezTo>
                      <a:pt x="109400" y="6082"/>
                      <a:pt x="132546" y="92283"/>
                      <a:pt x="132546" y="92283"/>
                    </a:cubicBezTo>
                    <a:cubicBezTo>
                      <a:pt x="132546" y="92283"/>
                      <a:pt x="93970" y="-4396"/>
                      <a:pt x="67967" y="4558"/>
                    </a:cubicBezTo>
                    <a:cubicBezTo>
                      <a:pt x="42059" y="13416"/>
                      <a:pt x="96542" y="115143"/>
                      <a:pt x="96542" y="115143"/>
                    </a:cubicBezTo>
                    <a:cubicBezTo>
                      <a:pt x="96542" y="115143"/>
                      <a:pt x="61585" y="40181"/>
                      <a:pt x="39296" y="56850"/>
                    </a:cubicBezTo>
                    <a:cubicBezTo>
                      <a:pt x="17008" y="73519"/>
                      <a:pt x="82159" y="180008"/>
                      <a:pt x="82159" y="180008"/>
                    </a:cubicBezTo>
                  </a:path>
                </a:pathLst>
              </a:custGeom>
              <a:solidFill>
                <a:srgbClr val="FFA499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15" name="Google Shape;415;p32"/>
              <p:cNvGrpSpPr/>
              <p:nvPr/>
            </p:nvGrpSpPr>
            <p:grpSpPr>
              <a:xfrm>
                <a:off x="5632729" y="2109521"/>
                <a:ext cx="442793" cy="475033"/>
                <a:chOff x="5632729" y="2109521"/>
                <a:chExt cx="442793" cy="475033"/>
              </a:xfrm>
            </p:grpSpPr>
            <p:sp>
              <p:nvSpPr>
                <p:cNvPr id="416" name="Google Shape;416;p32"/>
                <p:cNvSpPr/>
                <p:nvPr/>
              </p:nvSpPr>
              <p:spPr>
                <a:xfrm rot="-675222">
                  <a:off x="5723029" y="2138277"/>
                  <a:ext cx="325308" cy="310650"/>
                </a:xfrm>
                <a:custGeom>
                  <a:rect b="b" l="l" r="r" t="t"/>
                  <a:pathLst>
                    <a:path extrusionOk="0" h="310895" w="325564">
                      <a:moveTo>
                        <a:pt x="325564" y="155448"/>
                      </a:moveTo>
                      <a:cubicBezTo>
                        <a:pt x="325564" y="241300"/>
                        <a:pt x="252684" y="310896"/>
                        <a:pt x="162782" y="310896"/>
                      </a:cubicBezTo>
                      <a:cubicBezTo>
                        <a:pt x="72880" y="310896"/>
                        <a:pt x="0" y="241300"/>
                        <a:pt x="0" y="155448"/>
                      </a:cubicBezTo>
                      <a:cubicBezTo>
                        <a:pt x="0" y="69596"/>
                        <a:pt x="72880" y="0"/>
                        <a:pt x="162782" y="0"/>
                      </a:cubicBezTo>
                      <a:cubicBezTo>
                        <a:pt x="252684" y="0"/>
                        <a:pt x="325564" y="69596"/>
                        <a:pt x="325564" y="155448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417" name="Google Shape;417;p32"/>
                <p:cNvGrpSpPr/>
                <p:nvPr/>
              </p:nvGrpSpPr>
              <p:grpSpPr>
                <a:xfrm>
                  <a:off x="5724987" y="2193393"/>
                  <a:ext cx="293140" cy="391161"/>
                  <a:chOff x="5724987" y="2193393"/>
                  <a:chExt cx="293140" cy="391161"/>
                </a:xfrm>
              </p:grpSpPr>
              <p:sp>
                <p:nvSpPr>
                  <p:cNvPr id="418" name="Google Shape;418;p32"/>
                  <p:cNvSpPr/>
                  <p:nvPr/>
                </p:nvSpPr>
                <p:spPr>
                  <a:xfrm>
                    <a:off x="5724987" y="2193393"/>
                    <a:ext cx="293140" cy="391161"/>
                  </a:xfrm>
                  <a:custGeom>
                    <a:rect b="b" l="l" r="r" t="t"/>
                    <a:pathLst>
                      <a:path extrusionOk="0" h="391161" w="293140">
                        <a:moveTo>
                          <a:pt x="28493" y="210621"/>
                        </a:moveTo>
                        <a:lnTo>
                          <a:pt x="7919" y="158043"/>
                        </a:lnTo>
                        <a:cubicBezTo>
                          <a:pt x="-3701" y="128420"/>
                          <a:pt x="-2082" y="96702"/>
                          <a:pt x="9824" y="69460"/>
                        </a:cubicBezTo>
                        <a:cubicBezTo>
                          <a:pt x="21731" y="42219"/>
                          <a:pt x="44019" y="19549"/>
                          <a:pt x="73642" y="7929"/>
                        </a:cubicBezTo>
                        <a:cubicBezTo>
                          <a:pt x="132983" y="-15312"/>
                          <a:pt x="200610" y="14311"/>
                          <a:pt x="223756" y="73651"/>
                        </a:cubicBezTo>
                        <a:lnTo>
                          <a:pt x="230423" y="90796"/>
                        </a:lnTo>
                        <a:cubicBezTo>
                          <a:pt x="230423" y="90796"/>
                          <a:pt x="231281" y="91844"/>
                          <a:pt x="232043" y="93654"/>
                        </a:cubicBezTo>
                        <a:cubicBezTo>
                          <a:pt x="246711" y="87463"/>
                          <a:pt x="264047" y="92606"/>
                          <a:pt x="272619" y="106608"/>
                        </a:cubicBezTo>
                        <a:cubicBezTo>
                          <a:pt x="282049" y="122038"/>
                          <a:pt x="277286" y="142231"/>
                          <a:pt x="261856" y="151661"/>
                        </a:cubicBezTo>
                        <a:cubicBezTo>
                          <a:pt x="258332" y="153852"/>
                          <a:pt x="254522" y="155185"/>
                          <a:pt x="250712" y="155852"/>
                        </a:cubicBezTo>
                        <a:cubicBezTo>
                          <a:pt x="267476" y="216431"/>
                          <a:pt x="288431" y="297298"/>
                          <a:pt x="288431" y="297298"/>
                        </a:cubicBezTo>
                        <a:cubicBezTo>
                          <a:pt x="302242" y="332541"/>
                          <a:pt x="284621" y="372641"/>
                          <a:pt x="249378" y="386452"/>
                        </a:cubicBezTo>
                        <a:cubicBezTo>
                          <a:pt x="214136" y="400264"/>
                          <a:pt x="174035" y="382642"/>
                          <a:pt x="160224" y="347400"/>
                        </a:cubicBezTo>
                        <a:lnTo>
                          <a:pt x="135554" y="284344"/>
                        </a:lnTo>
                        <a:cubicBezTo>
                          <a:pt x="129935" y="284344"/>
                          <a:pt x="124315" y="283868"/>
                          <a:pt x="118695" y="283011"/>
                        </a:cubicBezTo>
                        <a:cubicBezTo>
                          <a:pt x="109646" y="281582"/>
                          <a:pt x="100788" y="279106"/>
                          <a:pt x="92311" y="275677"/>
                        </a:cubicBezTo>
                        <a:cubicBezTo>
                          <a:pt x="72308" y="267485"/>
                          <a:pt x="54687" y="253864"/>
                          <a:pt x="41828" y="235862"/>
                        </a:cubicBezTo>
                        <a:cubicBezTo>
                          <a:pt x="41543" y="235386"/>
                          <a:pt x="41162" y="235005"/>
                          <a:pt x="40876" y="234528"/>
                        </a:cubicBezTo>
                        <a:cubicBezTo>
                          <a:pt x="35828" y="227290"/>
                          <a:pt x="31541" y="219384"/>
                          <a:pt x="28208" y="210811"/>
                        </a:cubicBezTo>
                        <a:close/>
                      </a:path>
                    </a:pathLst>
                  </a:custGeom>
                  <a:solidFill>
                    <a:srgbClr val="FFA499"/>
                  </a:solidFill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19" name="Google Shape;419;p32"/>
                  <p:cNvSpPr/>
                  <p:nvPr/>
                </p:nvSpPr>
                <p:spPr>
                  <a:xfrm>
                    <a:off x="5724987" y="2193393"/>
                    <a:ext cx="293140" cy="391161"/>
                  </a:xfrm>
                  <a:custGeom>
                    <a:rect b="b" l="l" r="r" t="t"/>
                    <a:pathLst>
                      <a:path extrusionOk="0" h="391161" w="293140">
                        <a:moveTo>
                          <a:pt x="28493" y="210621"/>
                        </a:moveTo>
                        <a:lnTo>
                          <a:pt x="7919" y="158043"/>
                        </a:lnTo>
                        <a:cubicBezTo>
                          <a:pt x="-3701" y="128420"/>
                          <a:pt x="-2082" y="96702"/>
                          <a:pt x="9824" y="69460"/>
                        </a:cubicBezTo>
                        <a:cubicBezTo>
                          <a:pt x="21731" y="42219"/>
                          <a:pt x="44019" y="19549"/>
                          <a:pt x="73642" y="7929"/>
                        </a:cubicBezTo>
                        <a:cubicBezTo>
                          <a:pt x="132983" y="-15312"/>
                          <a:pt x="200610" y="14311"/>
                          <a:pt x="223756" y="73651"/>
                        </a:cubicBezTo>
                        <a:lnTo>
                          <a:pt x="230423" y="90796"/>
                        </a:lnTo>
                        <a:cubicBezTo>
                          <a:pt x="230423" y="90796"/>
                          <a:pt x="231281" y="91844"/>
                          <a:pt x="232043" y="93654"/>
                        </a:cubicBezTo>
                        <a:cubicBezTo>
                          <a:pt x="246711" y="87463"/>
                          <a:pt x="264047" y="92606"/>
                          <a:pt x="272619" y="106608"/>
                        </a:cubicBezTo>
                        <a:cubicBezTo>
                          <a:pt x="282049" y="122038"/>
                          <a:pt x="277286" y="142231"/>
                          <a:pt x="261856" y="151661"/>
                        </a:cubicBezTo>
                        <a:cubicBezTo>
                          <a:pt x="258332" y="153852"/>
                          <a:pt x="254522" y="155185"/>
                          <a:pt x="250712" y="155852"/>
                        </a:cubicBezTo>
                        <a:cubicBezTo>
                          <a:pt x="267476" y="216431"/>
                          <a:pt x="288431" y="297298"/>
                          <a:pt x="288431" y="297298"/>
                        </a:cubicBezTo>
                        <a:cubicBezTo>
                          <a:pt x="302242" y="332541"/>
                          <a:pt x="284621" y="372641"/>
                          <a:pt x="249378" y="386452"/>
                        </a:cubicBezTo>
                        <a:cubicBezTo>
                          <a:pt x="214136" y="400264"/>
                          <a:pt x="174035" y="382642"/>
                          <a:pt x="160224" y="347400"/>
                        </a:cubicBezTo>
                        <a:lnTo>
                          <a:pt x="135554" y="284344"/>
                        </a:lnTo>
                        <a:cubicBezTo>
                          <a:pt x="129935" y="284344"/>
                          <a:pt x="124315" y="283868"/>
                          <a:pt x="118695" y="283011"/>
                        </a:cubicBezTo>
                        <a:cubicBezTo>
                          <a:pt x="109646" y="281582"/>
                          <a:pt x="100788" y="279106"/>
                          <a:pt x="92311" y="275677"/>
                        </a:cubicBezTo>
                        <a:cubicBezTo>
                          <a:pt x="72308" y="267485"/>
                          <a:pt x="54687" y="253864"/>
                          <a:pt x="41828" y="235862"/>
                        </a:cubicBezTo>
                        <a:cubicBezTo>
                          <a:pt x="41543" y="235386"/>
                          <a:pt x="41162" y="235005"/>
                          <a:pt x="40876" y="234528"/>
                        </a:cubicBezTo>
                        <a:cubicBezTo>
                          <a:pt x="35828" y="227290"/>
                          <a:pt x="31541" y="219384"/>
                          <a:pt x="28208" y="210811"/>
                        </a:cubicBezTo>
                        <a:close/>
                      </a:path>
                    </a:pathLst>
                  </a:custGeom>
                  <a:noFill/>
                  <a:ln cap="rnd" cmpd="sng" w="952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420" name="Google Shape;420;p32"/>
                <p:cNvSpPr/>
                <p:nvPr/>
              </p:nvSpPr>
              <p:spPr>
                <a:xfrm>
                  <a:off x="5849372" y="2326837"/>
                  <a:ext cx="68322" cy="68344"/>
                </a:xfrm>
                <a:custGeom>
                  <a:rect b="b" l="l" r="r" t="t"/>
                  <a:pathLst>
                    <a:path extrusionOk="0" h="68344" w="68322">
                      <a:moveTo>
                        <a:pt x="5073" y="52032"/>
                      </a:moveTo>
                      <a:cubicBezTo>
                        <a:pt x="14979" y="68129"/>
                        <a:pt x="36030" y="73177"/>
                        <a:pt x="52032" y="63271"/>
                      </a:cubicBezTo>
                      <a:cubicBezTo>
                        <a:pt x="68034" y="53365"/>
                        <a:pt x="73177" y="32315"/>
                        <a:pt x="63271" y="16313"/>
                      </a:cubicBezTo>
                      <a:cubicBezTo>
                        <a:pt x="53365" y="216"/>
                        <a:pt x="32315" y="-4833"/>
                        <a:pt x="16313" y="5073"/>
                      </a:cubicBezTo>
                      <a:cubicBezTo>
                        <a:pt x="216" y="14979"/>
                        <a:pt x="-4833" y="36030"/>
                        <a:pt x="5073" y="52032"/>
                      </a:cubicBezTo>
                      <a:close/>
                    </a:path>
                  </a:pathLst>
                </a:custGeom>
                <a:solidFill>
                  <a:srgbClr val="FF887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1" name="Google Shape;421;p32"/>
                <p:cNvSpPr/>
                <p:nvPr/>
              </p:nvSpPr>
              <p:spPr>
                <a:xfrm>
                  <a:off x="5824839" y="2331164"/>
                  <a:ext cx="23495" cy="23495"/>
                </a:xfrm>
                <a:custGeom>
                  <a:rect b="b" l="l" r="r" t="t"/>
                  <a:pathLst>
                    <a:path extrusionOk="0" h="23495" w="23495">
                      <a:moveTo>
                        <a:pt x="1699" y="17891"/>
                      </a:moveTo>
                      <a:cubicBezTo>
                        <a:pt x="5128" y="23416"/>
                        <a:pt x="12367" y="25130"/>
                        <a:pt x="17891" y="21796"/>
                      </a:cubicBezTo>
                      <a:cubicBezTo>
                        <a:pt x="23416" y="18367"/>
                        <a:pt x="25130" y="11128"/>
                        <a:pt x="21796" y="5604"/>
                      </a:cubicBezTo>
                      <a:cubicBezTo>
                        <a:pt x="18367" y="79"/>
                        <a:pt x="11128" y="-1635"/>
                        <a:pt x="5604" y="1699"/>
                      </a:cubicBezTo>
                      <a:cubicBezTo>
                        <a:pt x="79" y="5128"/>
                        <a:pt x="-1635" y="12367"/>
                        <a:pt x="1699" y="1789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2" name="Google Shape;422;p32"/>
                <p:cNvSpPr/>
                <p:nvPr/>
              </p:nvSpPr>
              <p:spPr>
                <a:xfrm>
                  <a:off x="5785947" y="2363152"/>
                  <a:ext cx="17063" cy="35051"/>
                </a:xfrm>
                <a:custGeom>
                  <a:rect b="b" l="l" r="r" t="t"/>
                  <a:pathLst>
                    <a:path extrusionOk="0" h="35051" w="17063">
                      <a:moveTo>
                        <a:pt x="6205" y="0"/>
                      </a:moveTo>
                      <a:cubicBezTo>
                        <a:pt x="6205" y="0"/>
                        <a:pt x="585" y="21526"/>
                        <a:pt x="14" y="28003"/>
                      </a:cubicBezTo>
                      <a:cubicBezTo>
                        <a:pt x="-558" y="34480"/>
                        <a:pt x="17063" y="35052"/>
                        <a:pt x="17063" y="35052"/>
                      </a:cubicBezTo>
                    </a:path>
                  </a:pathLst>
                </a:custGeom>
                <a:noFill/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3" name="Google Shape;423;p32"/>
                <p:cNvSpPr/>
                <p:nvPr/>
              </p:nvSpPr>
              <p:spPr>
                <a:xfrm>
                  <a:off x="5817584" y="2386393"/>
                  <a:ext cx="13334" cy="23907"/>
                </a:xfrm>
                <a:custGeom>
                  <a:rect b="b" l="l" r="r" t="t"/>
                  <a:pathLst>
                    <a:path extrusionOk="0" h="23907" w="13334">
                      <a:moveTo>
                        <a:pt x="13335" y="0"/>
                      </a:moveTo>
                      <a:cubicBezTo>
                        <a:pt x="13335" y="0"/>
                        <a:pt x="12383" y="16002"/>
                        <a:pt x="0" y="23908"/>
                      </a:cubicBezTo>
                    </a:path>
                  </a:pathLst>
                </a:custGeom>
                <a:noFill/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4" name="Google Shape;424;p32"/>
                <p:cNvSpPr/>
                <p:nvPr/>
              </p:nvSpPr>
              <p:spPr>
                <a:xfrm>
                  <a:off x="5745876" y="2356977"/>
                  <a:ext cx="23495" cy="23495"/>
                </a:xfrm>
                <a:custGeom>
                  <a:rect b="b" l="l" r="r" t="t"/>
                  <a:pathLst>
                    <a:path extrusionOk="0" h="23495" w="23495">
                      <a:moveTo>
                        <a:pt x="1699" y="17891"/>
                      </a:moveTo>
                      <a:cubicBezTo>
                        <a:pt x="5128" y="23416"/>
                        <a:pt x="12367" y="25130"/>
                        <a:pt x="17891" y="21796"/>
                      </a:cubicBezTo>
                      <a:cubicBezTo>
                        <a:pt x="23416" y="18367"/>
                        <a:pt x="25130" y="11128"/>
                        <a:pt x="21796" y="5604"/>
                      </a:cubicBezTo>
                      <a:cubicBezTo>
                        <a:pt x="18367" y="79"/>
                        <a:pt x="11128" y="-1635"/>
                        <a:pt x="5604" y="1699"/>
                      </a:cubicBezTo>
                      <a:cubicBezTo>
                        <a:pt x="79" y="5128"/>
                        <a:pt x="-1635" y="12367"/>
                        <a:pt x="1699" y="1789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5" name="Google Shape;425;p32"/>
                <p:cNvSpPr/>
                <p:nvPr/>
              </p:nvSpPr>
              <p:spPr>
                <a:xfrm>
                  <a:off x="5959506" y="2301752"/>
                  <a:ext cx="30384" cy="10250"/>
                </a:xfrm>
                <a:custGeom>
                  <a:rect b="b" l="l" r="r" t="t"/>
                  <a:pathLst>
                    <a:path extrusionOk="0" h="10250" w="30384">
                      <a:moveTo>
                        <a:pt x="30385" y="10251"/>
                      </a:moveTo>
                      <a:cubicBezTo>
                        <a:pt x="30385" y="10251"/>
                        <a:pt x="18955" y="-7561"/>
                        <a:pt x="0" y="3774"/>
                      </a:cubicBezTo>
                    </a:path>
                  </a:pathLst>
                </a:custGeom>
                <a:noFill/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6" name="Google Shape;426;p32"/>
                <p:cNvSpPr/>
                <p:nvPr/>
              </p:nvSpPr>
              <p:spPr>
                <a:xfrm>
                  <a:off x="5969888" y="2303907"/>
                  <a:ext cx="7919" cy="26098"/>
                </a:xfrm>
                <a:custGeom>
                  <a:rect b="b" l="l" r="r" t="t"/>
                  <a:pathLst>
                    <a:path extrusionOk="0" h="26098" w="7919">
                      <a:moveTo>
                        <a:pt x="6477" y="0"/>
                      </a:moveTo>
                      <a:cubicBezTo>
                        <a:pt x="6477" y="0"/>
                        <a:pt x="12478" y="18383"/>
                        <a:pt x="0" y="26098"/>
                      </a:cubicBezTo>
                    </a:path>
                  </a:pathLst>
                </a:custGeom>
                <a:noFill/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7" name="Google Shape;427;p32"/>
                <p:cNvSpPr/>
                <p:nvPr/>
              </p:nvSpPr>
              <p:spPr>
                <a:xfrm>
                  <a:off x="5734716" y="2162724"/>
                  <a:ext cx="225045" cy="153683"/>
                </a:xfrm>
                <a:custGeom>
                  <a:rect b="b" l="l" r="r" t="t"/>
                  <a:pathLst>
                    <a:path extrusionOk="0" h="153683" w="225045">
                      <a:moveTo>
                        <a:pt x="222409" y="124323"/>
                      </a:moveTo>
                      <a:cubicBezTo>
                        <a:pt x="222409" y="124323"/>
                        <a:pt x="211074" y="130895"/>
                        <a:pt x="208693" y="142992"/>
                      </a:cubicBezTo>
                      <a:cubicBezTo>
                        <a:pt x="207645" y="148517"/>
                        <a:pt x="203644" y="152898"/>
                        <a:pt x="198025" y="153565"/>
                      </a:cubicBezTo>
                      <a:lnTo>
                        <a:pt x="197263" y="153565"/>
                      </a:lnTo>
                      <a:cubicBezTo>
                        <a:pt x="191834" y="154327"/>
                        <a:pt x="186690" y="151374"/>
                        <a:pt x="184499" y="146326"/>
                      </a:cubicBezTo>
                      <a:cubicBezTo>
                        <a:pt x="170878" y="113846"/>
                        <a:pt x="114014" y="4594"/>
                        <a:pt x="0" y="100130"/>
                      </a:cubicBezTo>
                      <a:cubicBezTo>
                        <a:pt x="0" y="100130"/>
                        <a:pt x="57721" y="-18171"/>
                        <a:pt x="152019" y="2403"/>
                      </a:cubicBezTo>
                      <a:cubicBezTo>
                        <a:pt x="246316" y="22977"/>
                        <a:pt x="222313" y="124228"/>
                        <a:pt x="222313" y="124228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28" name="Google Shape;428;p32"/>
                <p:cNvSpPr/>
                <p:nvPr/>
              </p:nvSpPr>
              <p:spPr>
                <a:xfrm>
                  <a:off x="5632729" y="2131990"/>
                  <a:ext cx="297403" cy="208920"/>
                </a:xfrm>
                <a:custGeom>
                  <a:rect b="b" l="l" r="r" t="t"/>
                  <a:pathLst>
                    <a:path extrusionOk="0" h="208920" w="297403">
                      <a:moveTo>
                        <a:pt x="96081" y="206778"/>
                      </a:moveTo>
                      <a:cubicBezTo>
                        <a:pt x="102368" y="204302"/>
                        <a:pt x="107892" y="200111"/>
                        <a:pt x="114655" y="195539"/>
                      </a:cubicBezTo>
                      <a:cubicBezTo>
                        <a:pt x="139325" y="179156"/>
                        <a:pt x="164280" y="157629"/>
                        <a:pt x="175615" y="129530"/>
                      </a:cubicBezTo>
                      <a:cubicBezTo>
                        <a:pt x="175615" y="129530"/>
                        <a:pt x="221811" y="178394"/>
                        <a:pt x="279342" y="161820"/>
                      </a:cubicBezTo>
                      <a:cubicBezTo>
                        <a:pt x="312108" y="152390"/>
                        <a:pt x="292296" y="110099"/>
                        <a:pt x="281914" y="90668"/>
                      </a:cubicBezTo>
                      <a:cubicBezTo>
                        <a:pt x="273913" y="75714"/>
                        <a:pt x="267627" y="65237"/>
                        <a:pt x="265150" y="48473"/>
                      </a:cubicBezTo>
                      <a:cubicBezTo>
                        <a:pt x="262769" y="32185"/>
                        <a:pt x="255625" y="15421"/>
                        <a:pt x="240861" y="6467"/>
                      </a:cubicBezTo>
                      <a:cubicBezTo>
                        <a:pt x="224383" y="-3439"/>
                        <a:pt x="203333" y="-295"/>
                        <a:pt x="184759" y="4848"/>
                      </a:cubicBezTo>
                      <a:cubicBezTo>
                        <a:pt x="157899" y="12278"/>
                        <a:pt x="131991" y="23327"/>
                        <a:pt x="108083" y="37519"/>
                      </a:cubicBezTo>
                      <a:cubicBezTo>
                        <a:pt x="97415" y="43901"/>
                        <a:pt x="86842" y="50949"/>
                        <a:pt x="74936" y="54378"/>
                      </a:cubicBezTo>
                      <a:cubicBezTo>
                        <a:pt x="61696" y="58188"/>
                        <a:pt x="47218" y="57236"/>
                        <a:pt x="34359" y="62093"/>
                      </a:cubicBezTo>
                      <a:cubicBezTo>
                        <a:pt x="11976" y="70571"/>
                        <a:pt x="-1074" y="96003"/>
                        <a:pt x="69" y="119910"/>
                      </a:cubicBezTo>
                      <a:cubicBezTo>
                        <a:pt x="1308" y="143818"/>
                        <a:pt x="14452" y="165821"/>
                        <a:pt x="31502" y="182680"/>
                      </a:cubicBezTo>
                      <a:cubicBezTo>
                        <a:pt x="44265" y="195348"/>
                        <a:pt x="60839" y="206207"/>
                        <a:pt x="78936" y="208588"/>
                      </a:cubicBezTo>
                      <a:cubicBezTo>
                        <a:pt x="85699" y="209445"/>
                        <a:pt x="91033" y="208588"/>
                        <a:pt x="95986" y="206683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29" name="Google Shape;429;p32"/>
              <p:cNvSpPr/>
              <p:nvPr/>
            </p:nvSpPr>
            <p:spPr>
              <a:xfrm>
                <a:off x="5510593" y="2222091"/>
                <a:ext cx="905069" cy="1239679"/>
              </a:xfrm>
              <a:custGeom>
                <a:rect b="b" l="l" r="r" t="t"/>
                <a:pathLst>
                  <a:path extrusionOk="0" h="1239679" w="905069">
                    <a:moveTo>
                      <a:pt x="374809" y="318702"/>
                    </a:moveTo>
                    <a:cubicBezTo>
                      <a:pt x="374809" y="318702"/>
                      <a:pt x="458629" y="328798"/>
                      <a:pt x="503015" y="268601"/>
                    </a:cubicBezTo>
                    <a:lnTo>
                      <a:pt x="515493" y="44382"/>
                    </a:lnTo>
                    <a:cubicBezTo>
                      <a:pt x="515493" y="44382"/>
                      <a:pt x="723709" y="-22579"/>
                      <a:pt x="806196" y="7996"/>
                    </a:cubicBezTo>
                    <a:lnTo>
                      <a:pt x="814292" y="374328"/>
                    </a:lnTo>
                    <a:cubicBezTo>
                      <a:pt x="814292" y="374328"/>
                      <a:pt x="879824" y="1007074"/>
                      <a:pt x="899732" y="1060128"/>
                    </a:cubicBezTo>
                    <a:cubicBezTo>
                      <a:pt x="919543" y="1113182"/>
                      <a:pt x="877824" y="1121850"/>
                      <a:pt x="877824" y="1121850"/>
                    </a:cubicBezTo>
                    <a:cubicBezTo>
                      <a:pt x="877824" y="1121850"/>
                      <a:pt x="360236" y="1240627"/>
                      <a:pt x="266129" y="1239674"/>
                    </a:cubicBezTo>
                    <a:cubicBezTo>
                      <a:pt x="266129" y="1239674"/>
                      <a:pt x="249079" y="836290"/>
                      <a:pt x="249841" y="798286"/>
                    </a:cubicBezTo>
                    <a:lnTo>
                      <a:pt x="214408" y="875248"/>
                    </a:lnTo>
                    <a:lnTo>
                      <a:pt x="0" y="621502"/>
                    </a:lnTo>
                    <a:cubicBezTo>
                      <a:pt x="0" y="621502"/>
                      <a:pt x="208883" y="356993"/>
                      <a:pt x="374809" y="318702"/>
                    </a:cubicBezTo>
                    <a:close/>
                  </a:path>
                </a:pathLst>
              </a:custGeom>
              <a:solidFill>
                <a:schemeClr val="accen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30" name="Google Shape;430;p32"/>
              <p:cNvGrpSpPr/>
              <p:nvPr/>
            </p:nvGrpSpPr>
            <p:grpSpPr>
              <a:xfrm>
                <a:off x="5394813" y="2870073"/>
                <a:ext cx="565141" cy="716430"/>
                <a:chOff x="5394813" y="2870073"/>
                <a:chExt cx="565141" cy="716430"/>
              </a:xfrm>
            </p:grpSpPr>
            <p:sp>
              <p:nvSpPr>
                <p:cNvPr id="431" name="Google Shape;431;p32"/>
                <p:cNvSpPr/>
                <p:nvPr/>
              </p:nvSpPr>
              <p:spPr>
                <a:xfrm>
                  <a:off x="5394813" y="2870073"/>
                  <a:ext cx="565141" cy="716430"/>
                </a:xfrm>
                <a:custGeom>
                  <a:rect b="b" l="l" r="r" t="t"/>
                  <a:pathLst>
                    <a:path extrusionOk="0" h="716430" w="565141">
                      <a:moveTo>
                        <a:pt x="109303" y="0"/>
                      </a:moveTo>
                      <a:lnTo>
                        <a:pt x="39580" y="99250"/>
                      </a:lnTo>
                      <a:cubicBezTo>
                        <a:pt x="-25761" y="183166"/>
                        <a:pt x="-8330" y="304609"/>
                        <a:pt x="78061" y="366713"/>
                      </a:cubicBezTo>
                      <a:lnTo>
                        <a:pt x="349714" y="588835"/>
                      </a:lnTo>
                      <a:cubicBezTo>
                        <a:pt x="349714" y="588835"/>
                        <a:pt x="407341" y="655796"/>
                        <a:pt x="441916" y="676370"/>
                      </a:cubicBezTo>
                      <a:cubicBezTo>
                        <a:pt x="471158" y="693801"/>
                        <a:pt x="483350" y="721233"/>
                        <a:pt x="496018" y="715708"/>
                      </a:cubicBezTo>
                      <a:cubicBezTo>
                        <a:pt x="508687" y="710184"/>
                        <a:pt x="469348" y="649510"/>
                        <a:pt x="469348" y="649510"/>
                      </a:cubicBezTo>
                      <a:cubicBezTo>
                        <a:pt x="469348" y="649510"/>
                        <a:pt x="517164" y="689134"/>
                        <a:pt x="529070" y="678371"/>
                      </a:cubicBezTo>
                      <a:cubicBezTo>
                        <a:pt x="540976" y="667607"/>
                        <a:pt x="486208" y="603028"/>
                        <a:pt x="486208" y="603028"/>
                      </a:cubicBezTo>
                      <a:cubicBezTo>
                        <a:pt x="486208" y="603028"/>
                        <a:pt x="542405" y="641318"/>
                        <a:pt x="552597" y="631698"/>
                      </a:cubicBezTo>
                      <a:cubicBezTo>
                        <a:pt x="562789" y="622078"/>
                        <a:pt x="511354" y="565785"/>
                        <a:pt x="511354" y="565785"/>
                      </a:cubicBezTo>
                      <a:cubicBezTo>
                        <a:pt x="511354" y="565785"/>
                        <a:pt x="554692" y="568357"/>
                        <a:pt x="564598" y="557022"/>
                      </a:cubicBezTo>
                      <a:cubicBezTo>
                        <a:pt x="574600" y="545592"/>
                        <a:pt x="443155" y="487680"/>
                        <a:pt x="443155" y="487680"/>
                      </a:cubicBezTo>
                      <a:lnTo>
                        <a:pt x="292850" y="252508"/>
                      </a:lnTo>
                      <a:lnTo>
                        <a:pt x="329521" y="216503"/>
                      </a:lnTo>
                      <a:lnTo>
                        <a:pt x="109494" y="95"/>
                      </a:lnTo>
                      <a:close/>
                    </a:path>
                  </a:pathLst>
                </a:custGeom>
                <a:solidFill>
                  <a:srgbClr val="FFA499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32" name="Google Shape;432;p32"/>
                <p:cNvSpPr/>
                <p:nvPr/>
              </p:nvSpPr>
              <p:spPr>
                <a:xfrm>
                  <a:off x="5649087" y="3084099"/>
                  <a:ext cx="38385" cy="38385"/>
                </a:xfrm>
                <a:custGeom>
                  <a:rect b="b" l="l" r="r" t="t"/>
                  <a:pathLst>
                    <a:path extrusionOk="0" h="38385" w="38385">
                      <a:moveTo>
                        <a:pt x="38386" y="38386"/>
                      </a:moveTo>
                      <a:lnTo>
                        <a:pt x="0" y="0"/>
                      </a:lnTo>
                    </a:path>
                  </a:pathLst>
                </a:custGeom>
                <a:noFill/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33" name="Google Shape;433;p32"/>
                <p:cNvSpPr/>
                <p:nvPr/>
              </p:nvSpPr>
              <p:spPr>
                <a:xfrm>
                  <a:off x="5394813" y="2870073"/>
                  <a:ext cx="565141" cy="716430"/>
                </a:xfrm>
                <a:custGeom>
                  <a:rect b="b" l="l" r="r" t="t"/>
                  <a:pathLst>
                    <a:path extrusionOk="0" h="716430" w="565141">
                      <a:moveTo>
                        <a:pt x="109303" y="0"/>
                      </a:moveTo>
                      <a:lnTo>
                        <a:pt x="39580" y="99250"/>
                      </a:lnTo>
                      <a:cubicBezTo>
                        <a:pt x="-25761" y="183166"/>
                        <a:pt x="-8330" y="304609"/>
                        <a:pt x="78061" y="366713"/>
                      </a:cubicBezTo>
                      <a:lnTo>
                        <a:pt x="349714" y="588835"/>
                      </a:lnTo>
                      <a:cubicBezTo>
                        <a:pt x="349714" y="588835"/>
                        <a:pt x="407341" y="655796"/>
                        <a:pt x="441916" y="676370"/>
                      </a:cubicBezTo>
                      <a:cubicBezTo>
                        <a:pt x="471158" y="693801"/>
                        <a:pt x="483350" y="721233"/>
                        <a:pt x="496018" y="715708"/>
                      </a:cubicBezTo>
                      <a:cubicBezTo>
                        <a:pt x="508687" y="710184"/>
                        <a:pt x="469348" y="649510"/>
                        <a:pt x="469348" y="649510"/>
                      </a:cubicBezTo>
                      <a:cubicBezTo>
                        <a:pt x="469348" y="649510"/>
                        <a:pt x="517164" y="689134"/>
                        <a:pt x="529070" y="678371"/>
                      </a:cubicBezTo>
                      <a:cubicBezTo>
                        <a:pt x="540976" y="667607"/>
                        <a:pt x="486208" y="603028"/>
                        <a:pt x="486208" y="603028"/>
                      </a:cubicBezTo>
                      <a:cubicBezTo>
                        <a:pt x="486208" y="603028"/>
                        <a:pt x="542405" y="641318"/>
                        <a:pt x="552597" y="631698"/>
                      </a:cubicBezTo>
                      <a:cubicBezTo>
                        <a:pt x="562789" y="622078"/>
                        <a:pt x="511354" y="565785"/>
                        <a:pt x="511354" y="565785"/>
                      </a:cubicBezTo>
                      <a:cubicBezTo>
                        <a:pt x="511354" y="565785"/>
                        <a:pt x="554692" y="568357"/>
                        <a:pt x="564598" y="557022"/>
                      </a:cubicBezTo>
                      <a:cubicBezTo>
                        <a:pt x="574600" y="545592"/>
                        <a:pt x="443155" y="487680"/>
                        <a:pt x="443155" y="487680"/>
                      </a:cubicBezTo>
                      <a:lnTo>
                        <a:pt x="292850" y="252508"/>
                      </a:lnTo>
                      <a:lnTo>
                        <a:pt x="329521" y="216503"/>
                      </a:lnTo>
                      <a:lnTo>
                        <a:pt x="109494" y="95"/>
                      </a:lnTo>
                      <a:close/>
                    </a:path>
                  </a:pathLst>
                </a:custGeom>
                <a:noFill/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34" name="Google Shape;434;p32"/>
              <p:cNvSpPr/>
              <p:nvPr/>
            </p:nvSpPr>
            <p:spPr>
              <a:xfrm>
                <a:off x="5475399" y="2823318"/>
                <a:ext cx="275275" cy="294175"/>
              </a:xfrm>
              <a:custGeom>
                <a:rect b="b" l="l" r="r" t="t"/>
                <a:pathLst>
                  <a:path extrusionOk="0" h="294175" w="275275">
                    <a:moveTo>
                      <a:pt x="36242" y="3606"/>
                    </a:moveTo>
                    <a:cubicBezTo>
                      <a:pt x="28337" y="16751"/>
                      <a:pt x="12811" y="42373"/>
                      <a:pt x="1190" y="60852"/>
                    </a:cubicBezTo>
                    <a:cubicBezTo>
                      <a:pt x="-810" y="63995"/>
                      <a:pt x="-238" y="67995"/>
                      <a:pt x="2524" y="70472"/>
                    </a:cubicBezTo>
                    <a:lnTo>
                      <a:pt x="246173" y="292214"/>
                    </a:lnTo>
                    <a:cubicBezTo>
                      <a:pt x="249983" y="295643"/>
                      <a:pt x="255984" y="294405"/>
                      <a:pt x="258080" y="289832"/>
                    </a:cubicBezTo>
                    <a:lnTo>
                      <a:pt x="274558" y="254781"/>
                    </a:lnTo>
                    <a:cubicBezTo>
                      <a:pt x="275891" y="252018"/>
                      <a:pt x="275320" y="248685"/>
                      <a:pt x="273224" y="246399"/>
                    </a:cubicBezTo>
                    <a:lnTo>
                      <a:pt x="48148" y="2463"/>
                    </a:lnTo>
                    <a:cubicBezTo>
                      <a:pt x="44719" y="-1252"/>
                      <a:pt x="38719" y="-680"/>
                      <a:pt x="36147" y="3606"/>
                    </a:cubicBezTo>
                    <a:close/>
                  </a:path>
                </a:pathLst>
              </a:custGeom>
              <a:solidFill>
                <a:schemeClr val="accent5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5" name="Google Shape;435;p32"/>
              <p:cNvSpPr/>
              <p:nvPr/>
            </p:nvSpPr>
            <p:spPr>
              <a:xfrm>
                <a:off x="6018275" y="2208647"/>
                <a:ext cx="309106" cy="91244"/>
              </a:xfrm>
              <a:custGeom>
                <a:rect b="b" l="l" r="r" t="t"/>
                <a:pathLst>
                  <a:path extrusionOk="0" h="91244" w="309106">
                    <a:moveTo>
                      <a:pt x="0" y="43920"/>
                    </a:moveTo>
                    <a:lnTo>
                      <a:pt x="0" y="84877"/>
                    </a:lnTo>
                    <a:cubicBezTo>
                      <a:pt x="0" y="88973"/>
                      <a:pt x="3810" y="92021"/>
                      <a:pt x="7811" y="91069"/>
                    </a:cubicBezTo>
                    <a:cubicBezTo>
                      <a:pt x="38005" y="83544"/>
                      <a:pt x="152590" y="57064"/>
                      <a:pt x="302990" y="50873"/>
                    </a:cubicBezTo>
                    <a:cubicBezTo>
                      <a:pt x="306514" y="50683"/>
                      <a:pt x="309372" y="47730"/>
                      <a:pt x="309086" y="44110"/>
                    </a:cubicBezTo>
                    <a:lnTo>
                      <a:pt x="306514" y="5915"/>
                    </a:lnTo>
                    <a:cubicBezTo>
                      <a:pt x="306324" y="2486"/>
                      <a:pt x="303371" y="-181"/>
                      <a:pt x="299847" y="10"/>
                    </a:cubicBezTo>
                    <a:cubicBezTo>
                      <a:pt x="265462" y="1819"/>
                      <a:pt x="96774" y="11725"/>
                      <a:pt x="4572" y="37729"/>
                    </a:cubicBezTo>
                    <a:cubicBezTo>
                      <a:pt x="1810" y="38491"/>
                      <a:pt x="0" y="40967"/>
                      <a:pt x="0" y="43825"/>
                    </a:cubicBezTo>
                    <a:close/>
                  </a:path>
                </a:pathLst>
              </a:custGeom>
              <a:solidFill>
                <a:schemeClr val="accent5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36" name="Google Shape;436;p32"/>
              <p:cNvSpPr/>
              <p:nvPr/>
            </p:nvSpPr>
            <p:spPr>
              <a:xfrm>
                <a:off x="5757576" y="2874645"/>
                <a:ext cx="2857" cy="145732"/>
              </a:xfrm>
              <a:custGeom>
                <a:rect b="b" l="l" r="r" t="t"/>
                <a:pathLst>
                  <a:path extrusionOk="0" h="145732" w="2857">
                    <a:moveTo>
                      <a:pt x="0" y="0"/>
                    </a:moveTo>
                    <a:lnTo>
                      <a:pt x="2858" y="145733"/>
                    </a:lnTo>
                  </a:path>
                </a:pathLst>
              </a:custGeom>
              <a:noFill/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37" name="Google Shape;437;p32"/>
              <p:cNvGrpSpPr/>
              <p:nvPr/>
            </p:nvGrpSpPr>
            <p:grpSpPr>
              <a:xfrm>
                <a:off x="5703761" y="3302844"/>
                <a:ext cx="121163" cy="158679"/>
                <a:chOff x="5703761" y="3302844"/>
                <a:chExt cx="121163" cy="158679"/>
              </a:xfrm>
            </p:grpSpPr>
            <p:sp>
              <p:nvSpPr>
                <p:cNvPr id="438" name="Google Shape;438;p32"/>
                <p:cNvSpPr/>
                <p:nvPr/>
              </p:nvSpPr>
              <p:spPr>
                <a:xfrm>
                  <a:off x="5703761" y="3302844"/>
                  <a:ext cx="121163" cy="158679"/>
                </a:xfrm>
                <a:custGeom>
                  <a:rect b="b" l="l" r="r" t="t"/>
                  <a:pathLst>
                    <a:path extrusionOk="0" h="158679" w="121163">
                      <a:moveTo>
                        <a:pt x="119347" y="25190"/>
                      </a:moveTo>
                      <a:lnTo>
                        <a:pt x="32669" y="153682"/>
                      </a:lnTo>
                      <a:cubicBezTo>
                        <a:pt x="28859" y="159302"/>
                        <a:pt x="21049" y="160350"/>
                        <a:pt x="15905" y="155968"/>
                      </a:cubicBezTo>
                      <a:lnTo>
                        <a:pt x="3999" y="145872"/>
                      </a:lnTo>
                      <a:cubicBezTo>
                        <a:pt x="-573" y="141967"/>
                        <a:pt x="-1335" y="135204"/>
                        <a:pt x="2285" y="130441"/>
                      </a:cubicBezTo>
                      <a:lnTo>
                        <a:pt x="96487" y="4521"/>
                      </a:lnTo>
                      <a:cubicBezTo>
                        <a:pt x="101345" y="-1956"/>
                        <a:pt x="111346" y="-1385"/>
                        <a:pt x="115346" y="5664"/>
                      </a:cubicBezTo>
                      <a:lnTo>
                        <a:pt x="119633" y="13093"/>
                      </a:lnTo>
                      <a:cubicBezTo>
                        <a:pt x="121823" y="16808"/>
                        <a:pt x="121633" y="21475"/>
                        <a:pt x="119252" y="25095"/>
                      </a:cubicBezTo>
                      <a:close/>
                    </a:path>
                  </a:pathLst>
                </a:custGeom>
                <a:solidFill>
                  <a:schemeClr val="accent2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39" name="Google Shape;439;p32"/>
                <p:cNvSpPr/>
                <p:nvPr/>
              </p:nvSpPr>
              <p:spPr>
                <a:xfrm>
                  <a:off x="5733669" y="3349751"/>
                  <a:ext cx="64769" cy="64770"/>
                </a:xfrm>
                <a:custGeom>
                  <a:rect b="b" l="l" r="r" t="t"/>
                  <a:pathLst>
                    <a:path extrusionOk="0" h="64770" w="64769">
                      <a:moveTo>
                        <a:pt x="64770" y="32385"/>
                      </a:moveTo>
                      <a:cubicBezTo>
                        <a:pt x="64770" y="50292"/>
                        <a:pt x="50292" y="64770"/>
                        <a:pt x="32385" y="64770"/>
                      </a:cubicBezTo>
                      <a:cubicBezTo>
                        <a:pt x="14478" y="64770"/>
                        <a:pt x="0" y="50292"/>
                        <a:pt x="0" y="32385"/>
                      </a:cubicBezTo>
                      <a:cubicBezTo>
                        <a:pt x="0" y="14478"/>
                        <a:pt x="14478" y="0"/>
                        <a:pt x="32385" y="0"/>
                      </a:cubicBezTo>
                      <a:cubicBezTo>
                        <a:pt x="50292" y="0"/>
                        <a:pt x="64770" y="14478"/>
                        <a:pt x="64770" y="32385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0" name="Google Shape;440;p32"/>
                <p:cNvSpPr/>
                <p:nvPr/>
              </p:nvSpPr>
              <p:spPr>
                <a:xfrm>
                  <a:off x="5741288" y="3357371"/>
                  <a:ext cx="49530" cy="49529"/>
                </a:xfrm>
                <a:custGeom>
                  <a:rect b="b" l="l" r="r" t="t"/>
                  <a:pathLst>
                    <a:path extrusionOk="0" h="49529" w="49530">
                      <a:moveTo>
                        <a:pt x="49530" y="24765"/>
                      </a:moveTo>
                      <a:cubicBezTo>
                        <a:pt x="49530" y="38386"/>
                        <a:pt x="38481" y="49530"/>
                        <a:pt x="24765" y="49530"/>
                      </a:cubicBezTo>
                      <a:cubicBezTo>
                        <a:pt x="11049" y="49530"/>
                        <a:pt x="0" y="38481"/>
                        <a:pt x="0" y="24765"/>
                      </a:cubicBezTo>
                      <a:cubicBezTo>
                        <a:pt x="0" y="11049"/>
                        <a:pt x="11049" y="0"/>
                        <a:pt x="24765" y="0"/>
                      </a:cubicBezTo>
                      <a:cubicBezTo>
                        <a:pt x="38481" y="0"/>
                        <a:pt x="49530" y="11049"/>
                        <a:pt x="49530" y="24765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1" name="Google Shape;441;p32"/>
                <p:cNvSpPr/>
                <p:nvPr/>
              </p:nvSpPr>
              <p:spPr>
                <a:xfrm>
                  <a:off x="5766054" y="3368230"/>
                  <a:ext cx="12382" cy="13906"/>
                </a:xfrm>
                <a:custGeom>
                  <a:rect b="b" l="l" r="r" t="t"/>
                  <a:pathLst>
                    <a:path extrusionOk="0" h="13906" w="12382">
                      <a:moveTo>
                        <a:pt x="0" y="0"/>
                      </a:moveTo>
                      <a:lnTo>
                        <a:pt x="0" y="13907"/>
                      </a:lnTo>
                      <a:lnTo>
                        <a:pt x="12383" y="8287"/>
                      </a:lnTo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42" name="Google Shape;442;p32"/>
              <p:cNvSpPr/>
              <p:nvPr/>
            </p:nvSpPr>
            <p:spPr>
              <a:xfrm>
                <a:off x="5875584" y="2463831"/>
                <a:ext cx="163524" cy="496252"/>
              </a:xfrm>
              <a:custGeom>
                <a:rect b="b" l="l" r="r" t="t"/>
                <a:pathLst>
                  <a:path extrusionOk="0" h="496252" w="163524">
                    <a:moveTo>
                      <a:pt x="4198" y="62484"/>
                    </a:moveTo>
                    <a:cubicBezTo>
                      <a:pt x="4198" y="62484"/>
                      <a:pt x="-37617" y="154019"/>
                      <a:pt x="142691" y="496253"/>
                    </a:cubicBezTo>
                    <a:cubicBezTo>
                      <a:pt x="142691" y="496253"/>
                      <a:pt x="196603" y="47911"/>
                      <a:pt x="130976" y="0"/>
                    </a:cubicBezTo>
                  </a:path>
                </a:pathLst>
              </a:custGeom>
              <a:noFill/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43" name="Google Shape;443;p32"/>
              <p:cNvGrpSpPr/>
              <p:nvPr/>
            </p:nvGrpSpPr>
            <p:grpSpPr>
              <a:xfrm>
                <a:off x="5986540" y="2942862"/>
                <a:ext cx="84097" cy="135756"/>
                <a:chOff x="5986540" y="2942862"/>
                <a:chExt cx="84097" cy="135756"/>
              </a:xfrm>
            </p:grpSpPr>
            <p:sp>
              <p:nvSpPr>
                <p:cNvPr id="444" name="Google Shape;444;p32"/>
                <p:cNvSpPr/>
                <p:nvPr/>
              </p:nvSpPr>
              <p:spPr>
                <a:xfrm>
                  <a:off x="5986540" y="2942862"/>
                  <a:ext cx="84097" cy="135756"/>
                </a:xfrm>
                <a:custGeom>
                  <a:rect b="b" l="l" r="r" t="t"/>
                  <a:pathLst>
                    <a:path extrusionOk="0" h="135756" w="84097">
                      <a:moveTo>
                        <a:pt x="9542" y="62560"/>
                      </a:moveTo>
                      <a:cubicBezTo>
                        <a:pt x="-15127" y="31414"/>
                        <a:pt x="15829" y="8363"/>
                        <a:pt x="15829" y="8363"/>
                      </a:cubicBezTo>
                      <a:cubicBezTo>
                        <a:pt x="32498" y="-4877"/>
                        <a:pt x="56786" y="-2114"/>
                        <a:pt x="70026" y="14650"/>
                      </a:cubicBezTo>
                      <a:cubicBezTo>
                        <a:pt x="81170" y="28651"/>
                        <a:pt x="80789" y="47987"/>
                        <a:pt x="70598" y="61608"/>
                      </a:cubicBezTo>
                      <a:lnTo>
                        <a:pt x="83933" y="122473"/>
                      </a:lnTo>
                      <a:cubicBezTo>
                        <a:pt x="84504" y="124854"/>
                        <a:pt x="83552" y="127330"/>
                        <a:pt x="81647" y="128854"/>
                      </a:cubicBezTo>
                      <a:lnTo>
                        <a:pt x="74693" y="134379"/>
                      </a:lnTo>
                      <a:cubicBezTo>
                        <a:pt x="71931" y="136570"/>
                        <a:pt x="67931" y="136093"/>
                        <a:pt x="65740" y="133331"/>
                      </a:cubicBezTo>
                      <a:lnTo>
                        <a:pt x="9638" y="62560"/>
                      </a:lnTo>
                      <a:close/>
                    </a:path>
                  </a:pathLst>
                </a:custGeom>
                <a:solidFill>
                  <a:schemeClr val="lt2"/>
                </a:solidFill>
                <a:ln cap="flat" cmpd="sng" w="9525">
                  <a:solidFill>
                    <a:schemeClr val="dk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45" name="Google Shape;445;p32"/>
                <p:cNvSpPr/>
                <p:nvPr/>
              </p:nvSpPr>
              <p:spPr>
                <a:xfrm>
                  <a:off x="6006043" y="2962329"/>
                  <a:ext cx="39038" cy="39038"/>
                </a:xfrm>
                <a:custGeom>
                  <a:rect b="b" l="l" r="r" t="t"/>
                  <a:pathLst>
                    <a:path extrusionOk="0" h="39038" w="39038">
                      <a:moveTo>
                        <a:pt x="31663" y="34807"/>
                      </a:moveTo>
                      <a:cubicBezTo>
                        <a:pt x="40141" y="28139"/>
                        <a:pt x="41474" y="15852"/>
                        <a:pt x="34807" y="7375"/>
                      </a:cubicBezTo>
                      <a:cubicBezTo>
                        <a:pt x="28139" y="-1103"/>
                        <a:pt x="15852" y="-2436"/>
                        <a:pt x="7375" y="4231"/>
                      </a:cubicBezTo>
                      <a:cubicBezTo>
                        <a:pt x="-1103" y="10899"/>
                        <a:pt x="-2436" y="23186"/>
                        <a:pt x="4231" y="31663"/>
                      </a:cubicBezTo>
                      <a:cubicBezTo>
                        <a:pt x="10899" y="40141"/>
                        <a:pt x="23186" y="41474"/>
                        <a:pt x="31663" y="34807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446" name="Google Shape;446;p32"/>
          <p:cNvSpPr/>
          <p:nvPr/>
        </p:nvSpPr>
        <p:spPr>
          <a:xfrm>
            <a:off x="6023950" y="1962500"/>
            <a:ext cx="32150" cy="50025"/>
          </a:xfrm>
          <a:custGeom>
            <a:rect b="b" l="l" r="r" t="t"/>
            <a:pathLst>
              <a:path extrusionOk="0" h="2001" w="1286">
                <a:moveTo>
                  <a:pt x="0" y="786"/>
                </a:moveTo>
                <a:lnTo>
                  <a:pt x="1286" y="0"/>
                </a:lnTo>
                <a:lnTo>
                  <a:pt x="786" y="2001"/>
                </a:lnTo>
                <a:close/>
              </a:path>
            </a:pathLst>
          </a:custGeom>
          <a:solidFill>
            <a:schemeClr val="dk1"/>
          </a:solidFill>
          <a:ln>
            <a:noFill/>
          </a:ln>
        </p:spPr>
      </p:sp>
      <p:grpSp>
        <p:nvGrpSpPr>
          <p:cNvPr id="447" name="Google Shape;447;p32"/>
          <p:cNvGrpSpPr/>
          <p:nvPr/>
        </p:nvGrpSpPr>
        <p:grpSpPr>
          <a:xfrm>
            <a:off x="4093577" y="2015352"/>
            <a:ext cx="1625528" cy="2579790"/>
            <a:chOff x="4093577" y="2015352"/>
            <a:chExt cx="1625528" cy="2579790"/>
          </a:xfrm>
        </p:grpSpPr>
        <p:grpSp>
          <p:nvGrpSpPr>
            <p:cNvPr id="448" name="Google Shape;448;p32"/>
            <p:cNvGrpSpPr/>
            <p:nvPr/>
          </p:nvGrpSpPr>
          <p:grpSpPr>
            <a:xfrm>
              <a:off x="4953507" y="3560818"/>
              <a:ext cx="765597" cy="1034324"/>
              <a:chOff x="4721352" y="4151471"/>
              <a:chExt cx="813254" cy="1098708"/>
            </a:xfrm>
          </p:grpSpPr>
          <p:grpSp>
            <p:nvGrpSpPr>
              <p:cNvPr id="449" name="Google Shape;449;p32"/>
              <p:cNvGrpSpPr/>
              <p:nvPr/>
            </p:nvGrpSpPr>
            <p:grpSpPr>
              <a:xfrm>
                <a:off x="4721352" y="4151471"/>
                <a:ext cx="492442" cy="1038510"/>
                <a:chOff x="4721352" y="4151471"/>
                <a:chExt cx="492442" cy="1038510"/>
              </a:xfrm>
            </p:grpSpPr>
            <p:sp>
              <p:nvSpPr>
                <p:cNvPr id="450" name="Google Shape;450;p32"/>
                <p:cNvSpPr/>
                <p:nvPr/>
              </p:nvSpPr>
              <p:spPr>
                <a:xfrm>
                  <a:off x="4721352" y="4151471"/>
                  <a:ext cx="492442" cy="1038510"/>
                </a:xfrm>
                <a:custGeom>
                  <a:rect b="b" l="l" r="r" t="t"/>
                  <a:pathLst>
                    <a:path extrusionOk="0" h="1038510" w="492442">
                      <a:moveTo>
                        <a:pt x="492347" y="888587"/>
                      </a:moveTo>
                      <a:lnTo>
                        <a:pt x="379000" y="214503"/>
                      </a:lnTo>
                      <a:cubicBezTo>
                        <a:pt x="378238" y="209836"/>
                        <a:pt x="376999" y="205169"/>
                        <a:pt x="375380" y="200692"/>
                      </a:cubicBezTo>
                      <a:lnTo>
                        <a:pt x="304038" y="0"/>
                      </a:lnTo>
                      <a:lnTo>
                        <a:pt x="0" y="0"/>
                      </a:lnTo>
                      <a:lnTo>
                        <a:pt x="92773" y="216313"/>
                      </a:lnTo>
                      <a:lnTo>
                        <a:pt x="314897" y="947738"/>
                      </a:lnTo>
                      <a:lnTo>
                        <a:pt x="414909" y="1038511"/>
                      </a:lnTo>
                      <a:lnTo>
                        <a:pt x="492443" y="988886"/>
                      </a:lnTo>
                      <a:lnTo>
                        <a:pt x="492443" y="888587"/>
                      </a:lnTo>
                      <a:close/>
                    </a:path>
                  </a:pathLst>
                </a:custGeom>
                <a:solidFill>
                  <a:srgbClr val="C27245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1" name="Google Shape;451;p32"/>
                <p:cNvSpPr/>
                <p:nvPr/>
              </p:nvSpPr>
              <p:spPr>
                <a:xfrm>
                  <a:off x="4721352" y="4151471"/>
                  <a:ext cx="492442" cy="1038510"/>
                </a:xfrm>
                <a:custGeom>
                  <a:rect b="b" l="l" r="r" t="t"/>
                  <a:pathLst>
                    <a:path extrusionOk="0" h="1038510" w="492442">
                      <a:moveTo>
                        <a:pt x="492347" y="888587"/>
                      </a:moveTo>
                      <a:lnTo>
                        <a:pt x="379000" y="214503"/>
                      </a:lnTo>
                      <a:cubicBezTo>
                        <a:pt x="378238" y="209836"/>
                        <a:pt x="376999" y="205169"/>
                        <a:pt x="375380" y="200692"/>
                      </a:cubicBezTo>
                      <a:lnTo>
                        <a:pt x="304038" y="0"/>
                      </a:lnTo>
                      <a:lnTo>
                        <a:pt x="0" y="0"/>
                      </a:lnTo>
                      <a:lnTo>
                        <a:pt x="92773" y="216313"/>
                      </a:lnTo>
                      <a:lnTo>
                        <a:pt x="314897" y="947738"/>
                      </a:lnTo>
                      <a:lnTo>
                        <a:pt x="414909" y="1038511"/>
                      </a:lnTo>
                      <a:lnTo>
                        <a:pt x="492443" y="988886"/>
                      </a:lnTo>
                      <a:lnTo>
                        <a:pt x="492443" y="888587"/>
                      </a:lnTo>
                      <a:close/>
                    </a:path>
                  </a:pathLst>
                </a:custGeom>
                <a:noFill/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52" name="Google Shape;452;p32"/>
              <p:cNvSpPr/>
              <p:nvPr/>
            </p:nvSpPr>
            <p:spPr>
              <a:xfrm>
                <a:off x="4972145" y="4884324"/>
                <a:ext cx="241554" cy="305657"/>
              </a:xfrm>
              <a:custGeom>
                <a:rect b="b" l="l" r="r" t="t"/>
                <a:pathLst>
                  <a:path extrusionOk="0" h="305657" w="241554">
                    <a:moveTo>
                      <a:pt x="214979" y="0"/>
                    </a:moveTo>
                    <a:lnTo>
                      <a:pt x="241554" y="155734"/>
                    </a:lnTo>
                    <a:lnTo>
                      <a:pt x="241554" y="256032"/>
                    </a:lnTo>
                    <a:lnTo>
                      <a:pt x="164021" y="305657"/>
                    </a:lnTo>
                    <a:lnTo>
                      <a:pt x="64103" y="214884"/>
                    </a:lnTo>
                    <a:lnTo>
                      <a:pt x="0" y="0"/>
                    </a:lnTo>
                    <a:lnTo>
                      <a:pt x="214979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53" name="Google Shape;453;p32"/>
              <p:cNvGrpSpPr/>
              <p:nvPr/>
            </p:nvGrpSpPr>
            <p:grpSpPr>
              <a:xfrm>
                <a:off x="5025496" y="5039966"/>
                <a:ext cx="509110" cy="210213"/>
                <a:chOff x="5025496" y="5039966"/>
                <a:chExt cx="509110" cy="210213"/>
              </a:xfrm>
            </p:grpSpPr>
            <p:sp>
              <p:nvSpPr>
                <p:cNvPr id="454" name="Google Shape;454;p32"/>
                <p:cNvSpPr/>
                <p:nvPr/>
              </p:nvSpPr>
              <p:spPr>
                <a:xfrm>
                  <a:off x="5025496" y="5039966"/>
                  <a:ext cx="507102" cy="200688"/>
                </a:xfrm>
                <a:custGeom>
                  <a:rect b="b" l="l" r="r" t="t"/>
                  <a:pathLst>
                    <a:path extrusionOk="0" h="200688" w="507102">
                      <a:moveTo>
                        <a:pt x="10752" y="59243"/>
                      </a:moveTo>
                      <a:cubicBezTo>
                        <a:pt x="12753" y="52385"/>
                        <a:pt x="21325" y="49908"/>
                        <a:pt x="26564" y="54766"/>
                      </a:cubicBezTo>
                      <a:cubicBezTo>
                        <a:pt x="41899" y="68958"/>
                        <a:pt x="71236" y="92009"/>
                        <a:pt x="99335" y="92009"/>
                      </a:cubicBezTo>
                      <a:cubicBezTo>
                        <a:pt x="131244" y="92009"/>
                        <a:pt x="165153" y="60195"/>
                        <a:pt x="163152" y="53718"/>
                      </a:cubicBezTo>
                      <a:cubicBezTo>
                        <a:pt x="157056" y="34573"/>
                        <a:pt x="168582" y="3045"/>
                        <a:pt x="188394" y="92"/>
                      </a:cubicBezTo>
                      <a:cubicBezTo>
                        <a:pt x="214587" y="-3813"/>
                        <a:pt x="352509" y="117155"/>
                        <a:pt x="445473" y="137347"/>
                      </a:cubicBezTo>
                      <a:lnTo>
                        <a:pt x="478430" y="148682"/>
                      </a:lnTo>
                      <a:cubicBezTo>
                        <a:pt x="495670" y="154588"/>
                        <a:pt x="507291" y="170876"/>
                        <a:pt x="507100" y="189164"/>
                      </a:cubicBezTo>
                      <a:cubicBezTo>
                        <a:pt x="507100" y="195641"/>
                        <a:pt x="501576" y="200689"/>
                        <a:pt x="495099" y="200689"/>
                      </a:cubicBezTo>
                      <a:lnTo>
                        <a:pt x="39423" y="200689"/>
                      </a:lnTo>
                      <a:cubicBezTo>
                        <a:pt x="23516" y="200689"/>
                        <a:pt x="9419" y="190116"/>
                        <a:pt x="5323" y="174686"/>
                      </a:cubicBezTo>
                      <a:cubicBezTo>
                        <a:pt x="-773" y="151540"/>
                        <a:pt x="-4583" y="112964"/>
                        <a:pt x="10848" y="5924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5" name="Google Shape;455;p32"/>
                <p:cNvSpPr/>
                <p:nvPr/>
              </p:nvSpPr>
              <p:spPr>
                <a:xfrm>
                  <a:off x="5027163" y="5201507"/>
                  <a:ext cx="507443" cy="48672"/>
                </a:xfrm>
                <a:custGeom>
                  <a:rect b="b" l="l" r="r" t="t"/>
                  <a:pathLst>
                    <a:path extrusionOk="0" h="48672" w="507443">
                      <a:moveTo>
                        <a:pt x="505243" y="27622"/>
                      </a:moveTo>
                      <a:cubicBezTo>
                        <a:pt x="505243" y="27622"/>
                        <a:pt x="510196" y="39053"/>
                        <a:pt x="505243" y="48673"/>
                      </a:cubicBezTo>
                      <a:lnTo>
                        <a:pt x="27564" y="48673"/>
                      </a:lnTo>
                      <a:cubicBezTo>
                        <a:pt x="19468" y="48673"/>
                        <a:pt x="11848" y="44387"/>
                        <a:pt x="7942" y="37338"/>
                      </a:cubicBezTo>
                      <a:cubicBezTo>
                        <a:pt x="3085" y="28480"/>
                        <a:pt x="-1869" y="15145"/>
                        <a:pt x="703" y="0"/>
                      </a:cubicBezTo>
                      <a:cubicBezTo>
                        <a:pt x="703" y="0"/>
                        <a:pt x="92239" y="33052"/>
                        <a:pt x="505243" y="27622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456" name="Google Shape;456;p32"/>
            <p:cNvGrpSpPr/>
            <p:nvPr/>
          </p:nvGrpSpPr>
          <p:grpSpPr>
            <a:xfrm>
              <a:off x="4093577" y="3560818"/>
              <a:ext cx="721930" cy="1034324"/>
              <a:chOff x="3807893" y="4151471"/>
              <a:chExt cx="766868" cy="1098708"/>
            </a:xfrm>
          </p:grpSpPr>
          <p:grpSp>
            <p:nvGrpSpPr>
              <p:cNvPr id="457" name="Google Shape;457;p32"/>
              <p:cNvGrpSpPr/>
              <p:nvPr/>
            </p:nvGrpSpPr>
            <p:grpSpPr>
              <a:xfrm>
                <a:off x="4128706" y="4151471"/>
                <a:ext cx="446055" cy="1038510"/>
                <a:chOff x="4128706" y="4151471"/>
                <a:chExt cx="446055" cy="1038510"/>
              </a:xfrm>
            </p:grpSpPr>
            <p:sp>
              <p:nvSpPr>
                <p:cNvPr id="458" name="Google Shape;458;p32"/>
                <p:cNvSpPr/>
                <p:nvPr/>
              </p:nvSpPr>
              <p:spPr>
                <a:xfrm>
                  <a:off x="4128706" y="4151471"/>
                  <a:ext cx="446055" cy="1038510"/>
                </a:xfrm>
                <a:custGeom>
                  <a:rect b="b" l="l" r="r" t="t"/>
                  <a:pathLst>
                    <a:path extrusionOk="0" h="1038510" w="446055">
                      <a:moveTo>
                        <a:pt x="0" y="888587"/>
                      </a:moveTo>
                      <a:lnTo>
                        <a:pt x="80105" y="199072"/>
                      </a:lnTo>
                      <a:lnTo>
                        <a:pt x="157448" y="0"/>
                      </a:lnTo>
                      <a:lnTo>
                        <a:pt x="446056" y="0"/>
                      </a:lnTo>
                      <a:lnTo>
                        <a:pt x="353282" y="216313"/>
                      </a:lnTo>
                      <a:lnTo>
                        <a:pt x="177546" y="947738"/>
                      </a:lnTo>
                      <a:lnTo>
                        <a:pt x="77533" y="1038511"/>
                      </a:lnTo>
                      <a:lnTo>
                        <a:pt x="0" y="988886"/>
                      </a:lnTo>
                      <a:lnTo>
                        <a:pt x="0" y="888587"/>
                      </a:lnTo>
                      <a:close/>
                    </a:path>
                  </a:pathLst>
                </a:custGeom>
                <a:solidFill>
                  <a:srgbClr val="C27245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59" name="Google Shape;459;p32"/>
                <p:cNvSpPr/>
                <p:nvPr/>
              </p:nvSpPr>
              <p:spPr>
                <a:xfrm>
                  <a:off x="4128706" y="4151471"/>
                  <a:ext cx="446055" cy="1038510"/>
                </a:xfrm>
                <a:custGeom>
                  <a:rect b="b" l="l" r="r" t="t"/>
                  <a:pathLst>
                    <a:path extrusionOk="0" h="1038510" w="446055">
                      <a:moveTo>
                        <a:pt x="0" y="888587"/>
                      </a:moveTo>
                      <a:lnTo>
                        <a:pt x="80105" y="199072"/>
                      </a:lnTo>
                      <a:lnTo>
                        <a:pt x="157448" y="0"/>
                      </a:lnTo>
                      <a:lnTo>
                        <a:pt x="446056" y="0"/>
                      </a:lnTo>
                      <a:lnTo>
                        <a:pt x="353282" y="216313"/>
                      </a:lnTo>
                      <a:lnTo>
                        <a:pt x="177546" y="947738"/>
                      </a:lnTo>
                      <a:lnTo>
                        <a:pt x="77533" y="1038511"/>
                      </a:lnTo>
                      <a:lnTo>
                        <a:pt x="0" y="988886"/>
                      </a:lnTo>
                      <a:lnTo>
                        <a:pt x="0" y="888587"/>
                      </a:lnTo>
                      <a:close/>
                    </a:path>
                  </a:pathLst>
                </a:custGeom>
                <a:noFill/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60" name="Google Shape;460;p32"/>
              <p:cNvSpPr/>
              <p:nvPr/>
            </p:nvSpPr>
            <p:spPr>
              <a:xfrm>
                <a:off x="4128706" y="4884324"/>
                <a:ext cx="229171" cy="305657"/>
              </a:xfrm>
              <a:custGeom>
                <a:rect b="b" l="l" r="r" t="t"/>
                <a:pathLst>
                  <a:path extrusionOk="0" h="305657" w="229171">
                    <a:moveTo>
                      <a:pt x="18098" y="0"/>
                    </a:moveTo>
                    <a:lnTo>
                      <a:pt x="0" y="155734"/>
                    </a:lnTo>
                    <a:lnTo>
                      <a:pt x="0" y="256032"/>
                    </a:lnTo>
                    <a:lnTo>
                      <a:pt x="77533" y="305657"/>
                    </a:lnTo>
                    <a:lnTo>
                      <a:pt x="177546" y="214884"/>
                    </a:lnTo>
                    <a:lnTo>
                      <a:pt x="229171" y="0"/>
                    </a:lnTo>
                    <a:lnTo>
                      <a:pt x="18098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61" name="Google Shape;461;p32"/>
              <p:cNvGrpSpPr/>
              <p:nvPr/>
            </p:nvGrpSpPr>
            <p:grpSpPr>
              <a:xfrm>
                <a:off x="3807893" y="5039966"/>
                <a:ext cx="509111" cy="210213"/>
                <a:chOff x="3807893" y="5039966"/>
                <a:chExt cx="509111" cy="210213"/>
              </a:xfrm>
            </p:grpSpPr>
            <p:sp>
              <p:nvSpPr>
                <p:cNvPr id="462" name="Google Shape;462;p32"/>
                <p:cNvSpPr/>
                <p:nvPr/>
              </p:nvSpPr>
              <p:spPr>
                <a:xfrm>
                  <a:off x="3809902" y="5039966"/>
                  <a:ext cx="507102" cy="200688"/>
                </a:xfrm>
                <a:custGeom>
                  <a:rect b="b" l="l" r="r" t="t"/>
                  <a:pathLst>
                    <a:path extrusionOk="0" h="200688" w="507102">
                      <a:moveTo>
                        <a:pt x="496350" y="59243"/>
                      </a:moveTo>
                      <a:cubicBezTo>
                        <a:pt x="494350" y="52385"/>
                        <a:pt x="485777" y="49908"/>
                        <a:pt x="480539" y="54766"/>
                      </a:cubicBezTo>
                      <a:cubicBezTo>
                        <a:pt x="465203" y="68958"/>
                        <a:pt x="435866" y="92009"/>
                        <a:pt x="407768" y="92009"/>
                      </a:cubicBezTo>
                      <a:cubicBezTo>
                        <a:pt x="375859" y="92009"/>
                        <a:pt x="341950" y="60195"/>
                        <a:pt x="343950" y="53718"/>
                      </a:cubicBezTo>
                      <a:cubicBezTo>
                        <a:pt x="350046" y="34573"/>
                        <a:pt x="338521" y="3045"/>
                        <a:pt x="318709" y="92"/>
                      </a:cubicBezTo>
                      <a:cubicBezTo>
                        <a:pt x="292515" y="-3813"/>
                        <a:pt x="154593" y="117155"/>
                        <a:pt x="61629" y="137347"/>
                      </a:cubicBezTo>
                      <a:lnTo>
                        <a:pt x="28673" y="148682"/>
                      </a:lnTo>
                      <a:cubicBezTo>
                        <a:pt x="11432" y="154588"/>
                        <a:pt x="-188" y="170876"/>
                        <a:pt x="2" y="189164"/>
                      </a:cubicBezTo>
                      <a:cubicBezTo>
                        <a:pt x="2" y="195641"/>
                        <a:pt x="5527" y="200689"/>
                        <a:pt x="12004" y="200689"/>
                      </a:cubicBezTo>
                      <a:lnTo>
                        <a:pt x="467680" y="200689"/>
                      </a:lnTo>
                      <a:cubicBezTo>
                        <a:pt x="483587" y="200689"/>
                        <a:pt x="497684" y="190116"/>
                        <a:pt x="501779" y="174686"/>
                      </a:cubicBezTo>
                      <a:cubicBezTo>
                        <a:pt x="507875" y="151540"/>
                        <a:pt x="511685" y="112964"/>
                        <a:pt x="496255" y="59243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3" name="Google Shape;463;p32"/>
                <p:cNvSpPr/>
                <p:nvPr/>
              </p:nvSpPr>
              <p:spPr>
                <a:xfrm>
                  <a:off x="3807893" y="5201507"/>
                  <a:ext cx="507443" cy="48672"/>
                </a:xfrm>
                <a:custGeom>
                  <a:rect b="b" l="l" r="r" t="t"/>
                  <a:pathLst>
                    <a:path extrusionOk="0" h="48672" w="507443">
                      <a:moveTo>
                        <a:pt x="2201" y="27622"/>
                      </a:moveTo>
                      <a:cubicBezTo>
                        <a:pt x="2201" y="27622"/>
                        <a:pt x="-2752" y="39053"/>
                        <a:pt x="2201" y="48673"/>
                      </a:cubicBezTo>
                      <a:lnTo>
                        <a:pt x="479880" y="48673"/>
                      </a:lnTo>
                      <a:cubicBezTo>
                        <a:pt x="487976" y="48673"/>
                        <a:pt x="495596" y="44387"/>
                        <a:pt x="499502" y="37338"/>
                      </a:cubicBezTo>
                      <a:cubicBezTo>
                        <a:pt x="504359" y="28480"/>
                        <a:pt x="509312" y="15145"/>
                        <a:pt x="506741" y="0"/>
                      </a:cubicBezTo>
                      <a:cubicBezTo>
                        <a:pt x="506741" y="0"/>
                        <a:pt x="415205" y="33052"/>
                        <a:pt x="2201" y="27622"/>
                      </a:cubicBezTo>
                      <a:close/>
                    </a:path>
                  </a:pathLst>
                </a:custGeom>
                <a:solidFill>
                  <a:schemeClr val="accent4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464" name="Google Shape;464;p32"/>
            <p:cNvGrpSpPr/>
            <p:nvPr/>
          </p:nvGrpSpPr>
          <p:grpSpPr>
            <a:xfrm>
              <a:off x="4483286" y="3122487"/>
              <a:ext cx="823514" cy="535570"/>
              <a:chOff x="4221861" y="3685855"/>
              <a:chExt cx="874776" cy="568908"/>
            </a:xfrm>
          </p:grpSpPr>
          <p:sp>
            <p:nvSpPr>
              <p:cNvPr id="465" name="Google Shape;465;p32"/>
              <p:cNvSpPr/>
              <p:nvPr/>
            </p:nvSpPr>
            <p:spPr>
              <a:xfrm>
                <a:off x="4221861" y="3685855"/>
                <a:ext cx="874776" cy="557722"/>
              </a:xfrm>
              <a:custGeom>
                <a:rect b="b" l="l" r="r" t="t"/>
                <a:pathLst>
                  <a:path extrusionOk="0" h="557722" w="874776">
                    <a:moveTo>
                      <a:pt x="239077" y="59184"/>
                    </a:moveTo>
                    <a:lnTo>
                      <a:pt x="0" y="557723"/>
                    </a:lnTo>
                    <a:lnTo>
                      <a:pt x="345186" y="557723"/>
                    </a:lnTo>
                    <a:lnTo>
                      <a:pt x="418624" y="364175"/>
                    </a:lnTo>
                    <a:lnTo>
                      <a:pt x="472249" y="557723"/>
                    </a:lnTo>
                    <a:lnTo>
                      <a:pt x="874776" y="557723"/>
                    </a:lnTo>
                    <a:cubicBezTo>
                      <a:pt x="874776" y="557723"/>
                      <a:pt x="763619" y="161578"/>
                      <a:pt x="677418" y="35658"/>
                    </a:cubicBezTo>
                    <a:cubicBezTo>
                      <a:pt x="614362" y="-56544"/>
                      <a:pt x="239077" y="59184"/>
                      <a:pt x="239077" y="59184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66" name="Google Shape;466;p32"/>
              <p:cNvGrpSpPr/>
              <p:nvPr/>
            </p:nvGrpSpPr>
            <p:grpSpPr>
              <a:xfrm>
                <a:off x="4241502" y="3723711"/>
                <a:ext cx="810368" cy="531052"/>
                <a:chOff x="4241502" y="3723711"/>
                <a:chExt cx="810368" cy="531052"/>
              </a:xfrm>
            </p:grpSpPr>
            <p:sp>
              <p:nvSpPr>
                <p:cNvPr id="467" name="Google Shape;467;p32"/>
                <p:cNvSpPr/>
                <p:nvPr/>
              </p:nvSpPr>
              <p:spPr>
                <a:xfrm>
                  <a:off x="4568699" y="3994975"/>
                  <a:ext cx="84072" cy="259788"/>
                </a:xfrm>
                <a:custGeom>
                  <a:rect b="b" l="l" r="r" t="t"/>
                  <a:pathLst>
                    <a:path extrusionOk="0" h="259788" w="84072">
                      <a:moveTo>
                        <a:pt x="53783" y="0"/>
                      </a:moveTo>
                      <a:cubicBezTo>
                        <a:pt x="53783" y="0"/>
                        <a:pt x="-16416" y="161925"/>
                        <a:pt x="3586" y="229648"/>
                      </a:cubicBezTo>
                      <a:cubicBezTo>
                        <a:pt x="23589" y="297466"/>
                        <a:pt x="3586" y="229648"/>
                        <a:pt x="3586" y="229648"/>
                      </a:cubicBezTo>
                      <a:lnTo>
                        <a:pt x="84072" y="99441"/>
                      </a:lnTo>
                      <a:lnTo>
                        <a:pt x="53878" y="0"/>
                      </a:lnTo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8" name="Google Shape;468;p32"/>
                <p:cNvSpPr/>
                <p:nvPr/>
              </p:nvSpPr>
              <p:spPr>
                <a:xfrm>
                  <a:off x="4848416" y="3723711"/>
                  <a:ext cx="203454" cy="530889"/>
                </a:xfrm>
                <a:custGeom>
                  <a:rect b="b" l="l" r="r" t="t"/>
                  <a:pathLst>
                    <a:path extrusionOk="0" h="558831" w="203454">
                      <a:moveTo>
                        <a:pt x="0" y="0"/>
                      </a:moveTo>
                      <a:cubicBezTo>
                        <a:pt x="0" y="0"/>
                        <a:pt x="170593" y="333470"/>
                        <a:pt x="203454" y="558832"/>
                      </a:cubicBezTo>
                    </a:path>
                  </a:pathLst>
                </a:custGeom>
                <a:noFill/>
                <a:ln cap="rnd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69" name="Google Shape;469;p32"/>
                <p:cNvSpPr/>
                <p:nvPr/>
              </p:nvSpPr>
              <p:spPr>
                <a:xfrm>
                  <a:off x="4241502" y="4203103"/>
                  <a:ext cx="326959" cy="9501"/>
                </a:xfrm>
                <a:custGeom>
                  <a:rect b="b" l="l" r="r" t="t"/>
                  <a:pathLst>
                    <a:path extrusionOk="0" h="9525" w="961644">
                      <a:moveTo>
                        <a:pt x="0" y="0"/>
                      </a:moveTo>
                      <a:lnTo>
                        <a:pt x="961644" y="0"/>
                      </a:lnTo>
                    </a:path>
                  </a:pathLst>
                </a:custGeom>
                <a:noFill/>
                <a:ln cap="rnd" cmpd="sng" w="9525">
                  <a:solidFill>
                    <a:schemeClr val="lt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70" name="Google Shape;470;p32"/>
              <p:cNvSpPr/>
              <p:nvPr/>
            </p:nvSpPr>
            <p:spPr>
              <a:xfrm>
                <a:off x="4221861" y="3685855"/>
                <a:ext cx="874776" cy="557722"/>
              </a:xfrm>
              <a:custGeom>
                <a:rect b="b" l="l" r="r" t="t"/>
                <a:pathLst>
                  <a:path extrusionOk="0" h="557722" w="874776">
                    <a:moveTo>
                      <a:pt x="239077" y="59184"/>
                    </a:moveTo>
                    <a:lnTo>
                      <a:pt x="0" y="557723"/>
                    </a:lnTo>
                    <a:lnTo>
                      <a:pt x="345186" y="557723"/>
                    </a:lnTo>
                    <a:lnTo>
                      <a:pt x="418624" y="364175"/>
                    </a:lnTo>
                    <a:lnTo>
                      <a:pt x="472249" y="557723"/>
                    </a:lnTo>
                    <a:lnTo>
                      <a:pt x="874776" y="557723"/>
                    </a:lnTo>
                    <a:cubicBezTo>
                      <a:pt x="874776" y="557723"/>
                      <a:pt x="763619" y="161578"/>
                      <a:pt x="677418" y="35658"/>
                    </a:cubicBezTo>
                    <a:cubicBezTo>
                      <a:pt x="614362" y="-56544"/>
                      <a:pt x="239077" y="59184"/>
                      <a:pt x="239077" y="59184"/>
                    </a:cubicBezTo>
                    <a:close/>
                  </a:path>
                </a:pathLst>
              </a:custGeom>
              <a:noFill/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71" name="Google Shape;471;p32"/>
            <p:cNvSpPr/>
            <p:nvPr/>
          </p:nvSpPr>
          <p:spPr>
            <a:xfrm>
              <a:off x="4856216" y="3395829"/>
              <a:ext cx="21186" cy="69573"/>
            </a:xfrm>
            <a:custGeom>
              <a:rect b="b" l="l" r="r" t="t"/>
              <a:pathLst>
                <a:path extrusionOk="0" h="73818" w="22478">
                  <a:moveTo>
                    <a:pt x="0" y="0"/>
                  </a:moveTo>
                  <a:lnTo>
                    <a:pt x="22479" y="73819"/>
                  </a:lnTo>
                </a:path>
              </a:pathLst>
            </a:custGeom>
            <a:noFill/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72" name="Google Shape;472;p32"/>
            <p:cNvGrpSpPr/>
            <p:nvPr/>
          </p:nvGrpSpPr>
          <p:grpSpPr>
            <a:xfrm>
              <a:off x="4558472" y="2015352"/>
              <a:ext cx="559717" cy="530700"/>
              <a:chOff x="4301727" y="2509803"/>
              <a:chExt cx="594558" cy="563735"/>
            </a:xfrm>
          </p:grpSpPr>
          <p:sp>
            <p:nvSpPr>
              <p:cNvPr id="473" name="Google Shape;473;p32"/>
              <p:cNvSpPr/>
              <p:nvPr/>
            </p:nvSpPr>
            <p:spPr>
              <a:xfrm>
                <a:off x="4301727" y="2509803"/>
                <a:ext cx="588737" cy="558770"/>
              </a:xfrm>
              <a:custGeom>
                <a:rect b="b" l="l" r="r" t="t"/>
                <a:pathLst>
                  <a:path extrusionOk="0" h="558770" w="588737">
                    <a:moveTo>
                      <a:pt x="80534" y="168150"/>
                    </a:moveTo>
                    <a:cubicBezTo>
                      <a:pt x="80534" y="168150"/>
                      <a:pt x="-7953" y="116715"/>
                      <a:pt x="1667" y="96046"/>
                    </a:cubicBezTo>
                    <a:cubicBezTo>
                      <a:pt x="11192" y="75377"/>
                      <a:pt x="65675" y="115763"/>
                      <a:pt x="65675" y="115763"/>
                    </a:cubicBezTo>
                    <a:cubicBezTo>
                      <a:pt x="65675" y="115763"/>
                      <a:pt x="-13287" y="63661"/>
                      <a:pt x="1953" y="47088"/>
                    </a:cubicBezTo>
                    <a:cubicBezTo>
                      <a:pt x="17193" y="30514"/>
                      <a:pt x="82725" y="85188"/>
                      <a:pt x="82725" y="85188"/>
                    </a:cubicBezTo>
                    <a:cubicBezTo>
                      <a:pt x="82725" y="85188"/>
                      <a:pt x="32433" y="32038"/>
                      <a:pt x="43863" y="20418"/>
                    </a:cubicBezTo>
                    <a:cubicBezTo>
                      <a:pt x="55388" y="8797"/>
                      <a:pt x="108538" y="60613"/>
                      <a:pt x="108538" y="60613"/>
                    </a:cubicBezTo>
                    <a:cubicBezTo>
                      <a:pt x="108538" y="60613"/>
                      <a:pt x="86154" y="16036"/>
                      <a:pt x="100156" y="1844"/>
                    </a:cubicBezTo>
                    <a:cubicBezTo>
                      <a:pt x="114253" y="-12348"/>
                      <a:pt x="146923" y="60042"/>
                      <a:pt x="146923" y="60042"/>
                    </a:cubicBezTo>
                    <a:cubicBezTo>
                      <a:pt x="146923" y="60042"/>
                      <a:pt x="213408" y="113191"/>
                      <a:pt x="217123" y="135289"/>
                    </a:cubicBezTo>
                    <a:lnTo>
                      <a:pt x="489252" y="237207"/>
                    </a:lnTo>
                    <a:cubicBezTo>
                      <a:pt x="563261" y="260352"/>
                      <a:pt x="593932" y="315216"/>
                      <a:pt x="588026" y="412276"/>
                    </a:cubicBezTo>
                    <a:lnTo>
                      <a:pt x="578215" y="558771"/>
                    </a:lnTo>
                    <a:lnTo>
                      <a:pt x="384286" y="548484"/>
                    </a:lnTo>
                    <a:lnTo>
                      <a:pt x="391049" y="364842"/>
                    </a:lnTo>
                    <a:lnTo>
                      <a:pt x="162925" y="223205"/>
                    </a:lnTo>
                    <a:cubicBezTo>
                      <a:pt x="162925" y="223205"/>
                      <a:pt x="138732" y="230730"/>
                      <a:pt x="103108" y="220824"/>
                    </a:cubicBezTo>
                    <a:cubicBezTo>
                      <a:pt x="67580" y="211013"/>
                      <a:pt x="31004" y="213585"/>
                      <a:pt x="21479" y="200250"/>
                    </a:cubicBezTo>
                    <a:cubicBezTo>
                      <a:pt x="11954" y="186915"/>
                      <a:pt x="80534" y="168150"/>
                      <a:pt x="80534" y="168150"/>
                    </a:cubicBezTo>
                    <a:cubicBezTo>
                      <a:pt x="80534" y="168150"/>
                      <a:pt x="101203" y="143671"/>
                      <a:pt x="125683" y="148339"/>
                    </a:cubicBezTo>
                  </a:path>
                </a:pathLst>
              </a:custGeom>
              <a:solidFill>
                <a:srgbClr val="C2724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474" name="Google Shape;474;p32"/>
              <p:cNvGrpSpPr/>
              <p:nvPr/>
            </p:nvGrpSpPr>
            <p:grpSpPr>
              <a:xfrm>
                <a:off x="4666931" y="2874645"/>
                <a:ext cx="229355" cy="198893"/>
                <a:chOff x="4666931" y="2874645"/>
                <a:chExt cx="229355" cy="198893"/>
              </a:xfrm>
            </p:grpSpPr>
            <p:sp>
              <p:nvSpPr>
                <p:cNvPr id="475" name="Google Shape;475;p32"/>
                <p:cNvSpPr/>
                <p:nvPr/>
              </p:nvSpPr>
              <p:spPr>
                <a:xfrm>
                  <a:off x="4666931" y="2916376"/>
                  <a:ext cx="229355" cy="157162"/>
                </a:xfrm>
                <a:custGeom>
                  <a:rect b="b" l="l" r="r" t="t"/>
                  <a:pathLst>
                    <a:path extrusionOk="0" h="157162" w="308895">
                      <a:moveTo>
                        <a:pt x="36671" y="0"/>
                      </a:moveTo>
                      <a:lnTo>
                        <a:pt x="308896" y="48578"/>
                      </a:lnTo>
                      <a:lnTo>
                        <a:pt x="305657" y="157163"/>
                      </a:lnTo>
                      <a:lnTo>
                        <a:pt x="0" y="65627"/>
                      </a:lnTo>
                      <a:lnTo>
                        <a:pt x="36671" y="0"/>
                      </a:lnTo>
                      <a:close/>
                    </a:path>
                  </a:pathLst>
                </a:custGeom>
                <a:solidFill>
                  <a:srgbClr val="AA542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76" name="Google Shape;476;p32"/>
                <p:cNvSpPr/>
                <p:nvPr/>
              </p:nvSpPr>
              <p:spPr>
                <a:xfrm>
                  <a:off x="4692777" y="2874645"/>
                  <a:ext cx="22002" cy="12287"/>
                </a:xfrm>
                <a:custGeom>
                  <a:rect b="b" l="l" r="r" t="t"/>
                  <a:pathLst>
                    <a:path extrusionOk="0" h="12287" w="22002">
                      <a:moveTo>
                        <a:pt x="0" y="0"/>
                      </a:moveTo>
                      <a:lnTo>
                        <a:pt x="22003" y="12287"/>
                      </a:lnTo>
                    </a:path>
                  </a:pathLst>
                </a:custGeom>
                <a:noFill/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77" name="Google Shape;477;p32"/>
              <p:cNvSpPr/>
              <p:nvPr/>
            </p:nvSpPr>
            <p:spPr>
              <a:xfrm>
                <a:off x="4301727" y="2509803"/>
                <a:ext cx="588737" cy="558770"/>
              </a:xfrm>
              <a:custGeom>
                <a:rect b="b" l="l" r="r" t="t"/>
                <a:pathLst>
                  <a:path extrusionOk="0" h="558770" w="588737">
                    <a:moveTo>
                      <a:pt x="80534" y="168150"/>
                    </a:moveTo>
                    <a:cubicBezTo>
                      <a:pt x="80534" y="168150"/>
                      <a:pt x="-7953" y="116715"/>
                      <a:pt x="1667" y="96046"/>
                    </a:cubicBezTo>
                    <a:cubicBezTo>
                      <a:pt x="11192" y="75377"/>
                      <a:pt x="65675" y="115763"/>
                      <a:pt x="65675" y="115763"/>
                    </a:cubicBezTo>
                    <a:cubicBezTo>
                      <a:pt x="65675" y="115763"/>
                      <a:pt x="-13287" y="63661"/>
                      <a:pt x="1953" y="47088"/>
                    </a:cubicBezTo>
                    <a:cubicBezTo>
                      <a:pt x="17193" y="30514"/>
                      <a:pt x="82725" y="85188"/>
                      <a:pt x="82725" y="85188"/>
                    </a:cubicBezTo>
                    <a:cubicBezTo>
                      <a:pt x="82725" y="85188"/>
                      <a:pt x="32433" y="32038"/>
                      <a:pt x="43863" y="20418"/>
                    </a:cubicBezTo>
                    <a:cubicBezTo>
                      <a:pt x="55388" y="8797"/>
                      <a:pt x="108538" y="60613"/>
                      <a:pt x="108538" y="60613"/>
                    </a:cubicBezTo>
                    <a:cubicBezTo>
                      <a:pt x="108538" y="60613"/>
                      <a:pt x="86154" y="16036"/>
                      <a:pt x="100156" y="1844"/>
                    </a:cubicBezTo>
                    <a:cubicBezTo>
                      <a:pt x="114253" y="-12348"/>
                      <a:pt x="146923" y="60042"/>
                      <a:pt x="146923" y="60042"/>
                    </a:cubicBezTo>
                    <a:cubicBezTo>
                      <a:pt x="146923" y="60042"/>
                      <a:pt x="213408" y="113191"/>
                      <a:pt x="217123" y="135289"/>
                    </a:cubicBezTo>
                    <a:lnTo>
                      <a:pt x="489252" y="237207"/>
                    </a:lnTo>
                    <a:cubicBezTo>
                      <a:pt x="563261" y="260352"/>
                      <a:pt x="593932" y="315216"/>
                      <a:pt x="588026" y="412276"/>
                    </a:cubicBezTo>
                    <a:lnTo>
                      <a:pt x="578215" y="558771"/>
                    </a:lnTo>
                    <a:lnTo>
                      <a:pt x="384286" y="548484"/>
                    </a:lnTo>
                    <a:lnTo>
                      <a:pt x="391049" y="364842"/>
                    </a:lnTo>
                    <a:lnTo>
                      <a:pt x="162925" y="223205"/>
                    </a:lnTo>
                    <a:cubicBezTo>
                      <a:pt x="162925" y="223205"/>
                      <a:pt x="138732" y="230730"/>
                      <a:pt x="103108" y="220824"/>
                    </a:cubicBezTo>
                    <a:cubicBezTo>
                      <a:pt x="67580" y="211013"/>
                      <a:pt x="31004" y="213585"/>
                      <a:pt x="21479" y="200250"/>
                    </a:cubicBezTo>
                    <a:cubicBezTo>
                      <a:pt x="11954" y="186915"/>
                      <a:pt x="80534" y="168150"/>
                      <a:pt x="80534" y="168150"/>
                    </a:cubicBezTo>
                    <a:cubicBezTo>
                      <a:pt x="80534" y="168150"/>
                      <a:pt x="101203" y="143671"/>
                      <a:pt x="125683" y="148339"/>
                    </a:cubicBezTo>
                  </a:path>
                </a:pathLst>
              </a:custGeom>
              <a:noFill/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78" name="Google Shape;478;p32"/>
            <p:cNvGrpSpPr/>
            <p:nvPr/>
          </p:nvGrpSpPr>
          <p:grpSpPr>
            <a:xfrm>
              <a:off x="4635478" y="2253590"/>
              <a:ext cx="284307" cy="452592"/>
              <a:chOff x="4383526" y="2762871"/>
              <a:chExt cx="302004" cy="480765"/>
            </a:xfrm>
          </p:grpSpPr>
          <p:grpSp>
            <p:nvGrpSpPr>
              <p:cNvPr id="479" name="Google Shape;479;p32"/>
              <p:cNvGrpSpPr/>
              <p:nvPr/>
            </p:nvGrpSpPr>
            <p:grpSpPr>
              <a:xfrm>
                <a:off x="4383526" y="2861592"/>
                <a:ext cx="302004" cy="382044"/>
                <a:chOff x="4383526" y="2861592"/>
                <a:chExt cx="302004" cy="382044"/>
              </a:xfrm>
            </p:grpSpPr>
            <p:sp>
              <p:nvSpPr>
                <p:cNvPr id="480" name="Google Shape;480;p32"/>
                <p:cNvSpPr/>
                <p:nvPr/>
              </p:nvSpPr>
              <p:spPr>
                <a:xfrm>
                  <a:off x="4383526" y="2861592"/>
                  <a:ext cx="287949" cy="278993"/>
                </a:xfrm>
                <a:custGeom>
                  <a:rect b="b" l="l" r="r" t="t"/>
                  <a:pathLst>
                    <a:path extrusionOk="0" h="278993" w="287949">
                      <a:moveTo>
                        <a:pt x="38169" y="237461"/>
                      </a:moveTo>
                      <a:cubicBezTo>
                        <a:pt x="92080" y="292325"/>
                        <a:pt x="183139" y="292897"/>
                        <a:pt x="241623" y="238795"/>
                      </a:cubicBezTo>
                      <a:cubicBezTo>
                        <a:pt x="300011" y="184693"/>
                        <a:pt x="303726" y="96396"/>
                        <a:pt x="249814" y="41532"/>
                      </a:cubicBezTo>
                      <a:cubicBezTo>
                        <a:pt x="195903" y="-13332"/>
                        <a:pt x="104844" y="-13903"/>
                        <a:pt x="46360" y="40199"/>
                      </a:cubicBezTo>
                      <a:cubicBezTo>
                        <a:pt x="-12123" y="94301"/>
                        <a:pt x="-15743" y="182597"/>
                        <a:pt x="38169" y="237461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481" name="Google Shape;481;p32"/>
                <p:cNvGrpSpPr/>
                <p:nvPr/>
              </p:nvGrpSpPr>
              <p:grpSpPr>
                <a:xfrm>
                  <a:off x="4388171" y="2919877"/>
                  <a:ext cx="297359" cy="323759"/>
                  <a:chOff x="4388171" y="2919877"/>
                  <a:chExt cx="297359" cy="323759"/>
                </a:xfrm>
              </p:grpSpPr>
              <p:sp>
                <p:nvSpPr>
                  <p:cNvPr id="482" name="Google Shape;482;p32"/>
                  <p:cNvSpPr/>
                  <p:nvPr/>
                </p:nvSpPr>
                <p:spPr>
                  <a:xfrm>
                    <a:off x="4388171" y="2919877"/>
                    <a:ext cx="297359" cy="323759"/>
                  </a:xfrm>
                  <a:custGeom>
                    <a:rect b="b" l="l" r="r" t="t"/>
                    <a:pathLst>
                      <a:path extrusionOk="0" h="323759" w="297359">
                        <a:moveTo>
                          <a:pt x="44668" y="201846"/>
                        </a:moveTo>
                        <a:lnTo>
                          <a:pt x="16950" y="159936"/>
                        </a:lnTo>
                        <a:cubicBezTo>
                          <a:pt x="1329" y="136314"/>
                          <a:pt x="-3147" y="108311"/>
                          <a:pt x="2091" y="82403"/>
                        </a:cubicBezTo>
                        <a:cubicBezTo>
                          <a:pt x="7425" y="56400"/>
                          <a:pt x="22570" y="32587"/>
                          <a:pt x="46192" y="16966"/>
                        </a:cubicBezTo>
                        <a:cubicBezTo>
                          <a:pt x="93531" y="-14276"/>
                          <a:pt x="157920" y="-1131"/>
                          <a:pt x="189162" y="46208"/>
                        </a:cubicBezTo>
                        <a:lnTo>
                          <a:pt x="198211" y="59829"/>
                        </a:lnTo>
                        <a:cubicBezTo>
                          <a:pt x="198211" y="59829"/>
                          <a:pt x="199164" y="60591"/>
                          <a:pt x="200116" y="62019"/>
                        </a:cubicBezTo>
                        <a:cubicBezTo>
                          <a:pt x="211737" y="53923"/>
                          <a:pt x="227834" y="55161"/>
                          <a:pt x="237930" y="65734"/>
                        </a:cubicBezTo>
                        <a:cubicBezTo>
                          <a:pt x="249075" y="77450"/>
                          <a:pt x="248598" y="95928"/>
                          <a:pt x="236978" y="106977"/>
                        </a:cubicBezTo>
                        <a:cubicBezTo>
                          <a:pt x="234311" y="109549"/>
                          <a:pt x="231263" y="111359"/>
                          <a:pt x="228024" y="112692"/>
                        </a:cubicBezTo>
                        <a:cubicBezTo>
                          <a:pt x="253932" y="162318"/>
                          <a:pt x="287270" y="228802"/>
                          <a:pt x="287270" y="228802"/>
                        </a:cubicBezTo>
                        <a:cubicBezTo>
                          <a:pt x="305844" y="256901"/>
                          <a:pt x="298033" y="295096"/>
                          <a:pt x="269934" y="313670"/>
                        </a:cubicBezTo>
                        <a:cubicBezTo>
                          <a:pt x="241836" y="332244"/>
                          <a:pt x="203545" y="324433"/>
                          <a:pt x="184971" y="296334"/>
                        </a:cubicBezTo>
                        <a:lnTo>
                          <a:pt x="151729" y="246042"/>
                        </a:lnTo>
                        <a:cubicBezTo>
                          <a:pt x="146776" y="247090"/>
                          <a:pt x="141823" y="247662"/>
                          <a:pt x="136870" y="247947"/>
                        </a:cubicBezTo>
                        <a:cubicBezTo>
                          <a:pt x="128679" y="248424"/>
                          <a:pt x="120582" y="247947"/>
                          <a:pt x="112581" y="246423"/>
                        </a:cubicBezTo>
                        <a:cubicBezTo>
                          <a:pt x="93627" y="242994"/>
                          <a:pt x="75720" y="234422"/>
                          <a:pt x="61146" y="221182"/>
                        </a:cubicBezTo>
                        <a:cubicBezTo>
                          <a:pt x="60765" y="220896"/>
                          <a:pt x="60384" y="220515"/>
                          <a:pt x="60099" y="220134"/>
                        </a:cubicBezTo>
                        <a:cubicBezTo>
                          <a:pt x="54384" y="214800"/>
                          <a:pt x="49145" y="208704"/>
                          <a:pt x="44668" y="201846"/>
                        </a:cubicBezTo>
                        <a:close/>
                      </a:path>
                    </a:pathLst>
                  </a:custGeom>
                  <a:solidFill>
                    <a:srgbClr val="C27245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483" name="Google Shape;483;p32"/>
                  <p:cNvSpPr/>
                  <p:nvPr/>
                </p:nvSpPr>
                <p:spPr>
                  <a:xfrm>
                    <a:off x="4388171" y="2919877"/>
                    <a:ext cx="297359" cy="323759"/>
                  </a:xfrm>
                  <a:custGeom>
                    <a:rect b="b" l="l" r="r" t="t"/>
                    <a:pathLst>
                      <a:path extrusionOk="0" h="323759" w="297359">
                        <a:moveTo>
                          <a:pt x="44668" y="201846"/>
                        </a:moveTo>
                        <a:lnTo>
                          <a:pt x="16950" y="159936"/>
                        </a:lnTo>
                        <a:cubicBezTo>
                          <a:pt x="1329" y="136314"/>
                          <a:pt x="-3147" y="108311"/>
                          <a:pt x="2091" y="82403"/>
                        </a:cubicBezTo>
                        <a:cubicBezTo>
                          <a:pt x="7425" y="56400"/>
                          <a:pt x="22570" y="32587"/>
                          <a:pt x="46192" y="16966"/>
                        </a:cubicBezTo>
                        <a:cubicBezTo>
                          <a:pt x="93531" y="-14276"/>
                          <a:pt x="157920" y="-1131"/>
                          <a:pt x="189162" y="46208"/>
                        </a:cubicBezTo>
                        <a:lnTo>
                          <a:pt x="198211" y="59829"/>
                        </a:lnTo>
                        <a:cubicBezTo>
                          <a:pt x="198211" y="59829"/>
                          <a:pt x="199164" y="60591"/>
                          <a:pt x="200116" y="62019"/>
                        </a:cubicBezTo>
                        <a:cubicBezTo>
                          <a:pt x="211737" y="53923"/>
                          <a:pt x="227834" y="55161"/>
                          <a:pt x="237930" y="65734"/>
                        </a:cubicBezTo>
                        <a:cubicBezTo>
                          <a:pt x="249075" y="77450"/>
                          <a:pt x="248598" y="95928"/>
                          <a:pt x="236978" y="106977"/>
                        </a:cubicBezTo>
                        <a:cubicBezTo>
                          <a:pt x="234311" y="109549"/>
                          <a:pt x="231263" y="111359"/>
                          <a:pt x="228024" y="112692"/>
                        </a:cubicBezTo>
                        <a:cubicBezTo>
                          <a:pt x="253932" y="162318"/>
                          <a:pt x="287270" y="228802"/>
                          <a:pt x="287270" y="228802"/>
                        </a:cubicBezTo>
                        <a:cubicBezTo>
                          <a:pt x="305844" y="256901"/>
                          <a:pt x="298033" y="295096"/>
                          <a:pt x="269934" y="313670"/>
                        </a:cubicBezTo>
                        <a:cubicBezTo>
                          <a:pt x="241836" y="332244"/>
                          <a:pt x="203545" y="324433"/>
                          <a:pt x="184971" y="296334"/>
                        </a:cubicBezTo>
                        <a:lnTo>
                          <a:pt x="151729" y="246042"/>
                        </a:lnTo>
                        <a:cubicBezTo>
                          <a:pt x="146776" y="247090"/>
                          <a:pt x="141823" y="247662"/>
                          <a:pt x="136870" y="247947"/>
                        </a:cubicBezTo>
                        <a:cubicBezTo>
                          <a:pt x="128679" y="248424"/>
                          <a:pt x="120582" y="247947"/>
                          <a:pt x="112581" y="246423"/>
                        </a:cubicBezTo>
                        <a:cubicBezTo>
                          <a:pt x="93627" y="242994"/>
                          <a:pt x="75720" y="234422"/>
                          <a:pt x="61146" y="221182"/>
                        </a:cubicBezTo>
                        <a:cubicBezTo>
                          <a:pt x="60765" y="220896"/>
                          <a:pt x="60384" y="220515"/>
                          <a:pt x="60099" y="220134"/>
                        </a:cubicBezTo>
                        <a:cubicBezTo>
                          <a:pt x="54384" y="214800"/>
                          <a:pt x="49145" y="208704"/>
                          <a:pt x="44668" y="201846"/>
                        </a:cubicBezTo>
                        <a:close/>
                      </a:path>
                    </a:pathLst>
                  </a:custGeom>
                  <a:noFill/>
                  <a:ln cap="rnd" cmpd="sng" w="952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484" name="Google Shape;484;p32"/>
                <p:cNvSpPr/>
                <p:nvPr/>
              </p:nvSpPr>
              <p:spPr>
                <a:xfrm>
                  <a:off x="4507710" y="3029620"/>
                  <a:ext cx="60857" cy="60857"/>
                </a:xfrm>
                <a:custGeom>
                  <a:rect b="b" l="l" r="r" t="t"/>
                  <a:pathLst>
                    <a:path extrusionOk="0" h="60857" w="60857">
                      <a:moveTo>
                        <a:pt x="8378" y="51431"/>
                      </a:moveTo>
                      <a:cubicBezTo>
                        <a:pt x="19999" y="63623"/>
                        <a:pt x="39239" y="64004"/>
                        <a:pt x="51431" y="52479"/>
                      </a:cubicBezTo>
                      <a:cubicBezTo>
                        <a:pt x="63623" y="40954"/>
                        <a:pt x="64004" y="21618"/>
                        <a:pt x="52479" y="9426"/>
                      </a:cubicBezTo>
                      <a:cubicBezTo>
                        <a:pt x="40858" y="-2766"/>
                        <a:pt x="21618" y="-3147"/>
                        <a:pt x="9426" y="8378"/>
                      </a:cubicBezTo>
                      <a:cubicBezTo>
                        <a:pt x="-2766" y="19903"/>
                        <a:pt x="-3147" y="39239"/>
                        <a:pt x="8378" y="51431"/>
                      </a:cubicBezTo>
                      <a:close/>
                    </a:path>
                  </a:pathLst>
                </a:custGeom>
                <a:solidFill>
                  <a:srgbClr val="AA5429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5" name="Google Shape;485;p32"/>
                <p:cNvSpPr/>
                <p:nvPr/>
              </p:nvSpPr>
              <p:spPr>
                <a:xfrm>
                  <a:off x="4483294" y="3042638"/>
                  <a:ext cx="20914" cy="20914"/>
                </a:xfrm>
                <a:custGeom>
                  <a:rect b="b" l="l" r="r" t="t"/>
                  <a:pathLst>
                    <a:path extrusionOk="0" h="20914" w="20914">
                      <a:moveTo>
                        <a:pt x="2885" y="17649"/>
                      </a:moveTo>
                      <a:cubicBezTo>
                        <a:pt x="6886" y="21840"/>
                        <a:pt x="13553" y="22030"/>
                        <a:pt x="17649" y="18030"/>
                      </a:cubicBezTo>
                      <a:cubicBezTo>
                        <a:pt x="21840" y="14029"/>
                        <a:pt x="22030" y="7362"/>
                        <a:pt x="18030" y="3266"/>
                      </a:cubicBezTo>
                      <a:cubicBezTo>
                        <a:pt x="14029" y="-925"/>
                        <a:pt x="7362" y="-1115"/>
                        <a:pt x="3266" y="2885"/>
                      </a:cubicBezTo>
                      <a:cubicBezTo>
                        <a:pt x="-925" y="6886"/>
                        <a:pt x="-1115" y="13553"/>
                        <a:pt x="2885" y="17649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6" name="Google Shape;486;p32"/>
                <p:cNvSpPr/>
                <p:nvPr/>
              </p:nvSpPr>
              <p:spPr>
                <a:xfrm>
                  <a:off x="4458493" y="3078956"/>
                  <a:ext cx="16446" cy="29147"/>
                </a:xfrm>
                <a:custGeom>
                  <a:rect b="b" l="l" r="r" t="t"/>
                  <a:pathLst>
                    <a:path extrusionOk="0" h="29147" w="16446">
                      <a:moveTo>
                        <a:pt x="444" y="0"/>
                      </a:moveTo>
                      <a:cubicBezTo>
                        <a:pt x="444" y="0"/>
                        <a:pt x="-413" y="19812"/>
                        <a:pt x="254" y="25527"/>
                      </a:cubicBezTo>
                      <a:cubicBezTo>
                        <a:pt x="921" y="31242"/>
                        <a:pt x="16446" y="28480"/>
                        <a:pt x="16446" y="28480"/>
                      </a:cubicBezTo>
                    </a:path>
                  </a:pathLst>
                </a:custGeom>
                <a:noFill/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7" name="Google Shape;487;p32"/>
                <p:cNvSpPr/>
                <p:nvPr/>
              </p:nvSpPr>
              <p:spPr>
                <a:xfrm>
                  <a:off x="4479607" y="3097244"/>
                  <a:ext cx="27443" cy="24429"/>
                </a:xfrm>
                <a:custGeom>
                  <a:rect b="b" l="l" r="r" t="t"/>
                  <a:pathLst>
                    <a:path extrusionOk="0" h="24429" w="27443">
                      <a:moveTo>
                        <a:pt x="0" y="21146"/>
                      </a:moveTo>
                      <a:cubicBezTo>
                        <a:pt x="10763" y="8096"/>
                        <a:pt x="15716" y="0"/>
                        <a:pt x="15716" y="0"/>
                      </a:cubicBezTo>
                      <a:cubicBezTo>
                        <a:pt x="15716" y="0"/>
                        <a:pt x="29242" y="11716"/>
                        <a:pt x="27242" y="20383"/>
                      </a:cubicBezTo>
                      <a:cubicBezTo>
                        <a:pt x="25241" y="28956"/>
                        <a:pt x="0" y="21241"/>
                        <a:pt x="0" y="21241"/>
                      </a:cubicBezTo>
                      <a:close/>
                    </a:path>
                  </a:pathLst>
                </a:custGeom>
                <a:solidFill>
                  <a:srgbClr val="FF887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8" name="Google Shape;488;p32"/>
                <p:cNvSpPr/>
                <p:nvPr/>
              </p:nvSpPr>
              <p:spPr>
                <a:xfrm>
                  <a:off x="4419286" y="3079785"/>
                  <a:ext cx="20914" cy="20914"/>
                </a:xfrm>
                <a:custGeom>
                  <a:rect b="b" l="l" r="r" t="t"/>
                  <a:pathLst>
                    <a:path extrusionOk="0" h="20914" w="20914">
                      <a:moveTo>
                        <a:pt x="2885" y="17649"/>
                      </a:moveTo>
                      <a:cubicBezTo>
                        <a:pt x="6886" y="21840"/>
                        <a:pt x="13553" y="22030"/>
                        <a:pt x="17649" y="18030"/>
                      </a:cubicBezTo>
                      <a:cubicBezTo>
                        <a:pt x="21840" y="14029"/>
                        <a:pt x="22030" y="7362"/>
                        <a:pt x="18030" y="3266"/>
                      </a:cubicBezTo>
                      <a:cubicBezTo>
                        <a:pt x="14029" y="-925"/>
                        <a:pt x="7362" y="-1115"/>
                        <a:pt x="3266" y="2885"/>
                      </a:cubicBezTo>
                      <a:cubicBezTo>
                        <a:pt x="-925" y="6886"/>
                        <a:pt x="-1115" y="13553"/>
                        <a:pt x="2885" y="17649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89" name="Google Shape;489;p32"/>
                <p:cNvSpPr/>
                <p:nvPr/>
              </p:nvSpPr>
              <p:spPr>
                <a:xfrm>
                  <a:off x="4593907" y="2991643"/>
                  <a:ext cx="27622" cy="5969"/>
                </a:xfrm>
                <a:custGeom>
                  <a:rect b="b" l="l" r="r" t="t"/>
                  <a:pathLst>
                    <a:path extrusionOk="0" h="5969" w="27622">
                      <a:moveTo>
                        <a:pt x="27622" y="5969"/>
                      </a:moveTo>
                      <a:cubicBezTo>
                        <a:pt x="27622" y="5969"/>
                        <a:pt x="14383" y="-7461"/>
                        <a:pt x="0" y="5969"/>
                      </a:cubicBezTo>
                    </a:path>
                  </a:pathLst>
                </a:custGeom>
                <a:noFill/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90" name="Google Shape;490;p32"/>
                <p:cNvSpPr/>
                <p:nvPr/>
              </p:nvSpPr>
              <p:spPr>
                <a:xfrm>
                  <a:off x="4607433" y="2993040"/>
                  <a:ext cx="4398" cy="23907"/>
                </a:xfrm>
                <a:custGeom>
                  <a:rect b="b" l="l" r="r" t="t"/>
                  <a:pathLst>
                    <a:path extrusionOk="0" h="23907" w="4398">
                      <a:moveTo>
                        <a:pt x="762" y="0"/>
                      </a:moveTo>
                      <a:cubicBezTo>
                        <a:pt x="762" y="0"/>
                        <a:pt x="9430" y="14954"/>
                        <a:pt x="0" y="23908"/>
                      </a:cubicBezTo>
                    </a:path>
                  </a:pathLst>
                </a:custGeom>
                <a:noFill/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91" name="Google Shape;491;p32"/>
                <p:cNvSpPr/>
                <p:nvPr/>
              </p:nvSpPr>
              <p:spPr>
                <a:xfrm>
                  <a:off x="4390262" y="2888931"/>
                  <a:ext cx="198120" cy="123875"/>
                </a:xfrm>
                <a:custGeom>
                  <a:rect b="b" l="l" r="r" t="t"/>
                  <a:pathLst>
                    <a:path extrusionOk="0" h="123875" w="198120">
                      <a:moveTo>
                        <a:pt x="198120" y="92965"/>
                      </a:moveTo>
                      <a:cubicBezTo>
                        <a:pt x="198120" y="92965"/>
                        <a:pt x="189452" y="100775"/>
                        <a:pt x="189738" y="111824"/>
                      </a:cubicBezTo>
                      <a:cubicBezTo>
                        <a:pt x="189833" y="116777"/>
                        <a:pt x="187166" y="121445"/>
                        <a:pt x="182404" y="123064"/>
                      </a:cubicBezTo>
                      <a:lnTo>
                        <a:pt x="181737" y="123254"/>
                      </a:lnTo>
                      <a:cubicBezTo>
                        <a:pt x="177165" y="124874"/>
                        <a:pt x="172022" y="123254"/>
                        <a:pt x="169259" y="119254"/>
                      </a:cubicBezTo>
                      <a:cubicBezTo>
                        <a:pt x="151352" y="93536"/>
                        <a:pt x="81439" y="8954"/>
                        <a:pt x="0" y="113444"/>
                      </a:cubicBezTo>
                      <a:cubicBezTo>
                        <a:pt x="0" y="113444"/>
                        <a:pt x="28194" y="-380"/>
                        <a:pt x="114110" y="1"/>
                      </a:cubicBezTo>
                      <a:cubicBezTo>
                        <a:pt x="200025" y="382"/>
                        <a:pt x="198025" y="93060"/>
                        <a:pt x="198025" y="93060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492" name="Google Shape;492;p32"/>
                <p:cNvSpPr/>
                <p:nvPr/>
              </p:nvSpPr>
              <p:spPr>
                <a:xfrm>
                  <a:off x="4387407" y="2886837"/>
                  <a:ext cx="197413" cy="182784"/>
                </a:xfrm>
                <a:custGeom>
                  <a:rect b="b" l="l" r="r" t="t"/>
                  <a:pathLst>
                    <a:path extrusionOk="0" h="182784" w="197413">
                      <a:moveTo>
                        <a:pt x="11714" y="182689"/>
                      </a:moveTo>
                      <a:cubicBezTo>
                        <a:pt x="11714" y="182689"/>
                        <a:pt x="36479" y="172212"/>
                        <a:pt x="43718" y="101060"/>
                      </a:cubicBezTo>
                      <a:cubicBezTo>
                        <a:pt x="43718" y="101060"/>
                        <a:pt x="104582" y="137160"/>
                        <a:pt x="185164" y="125158"/>
                      </a:cubicBezTo>
                      <a:cubicBezTo>
                        <a:pt x="238028" y="117253"/>
                        <a:pt x="102677" y="0"/>
                        <a:pt x="102677" y="0"/>
                      </a:cubicBezTo>
                      <a:lnTo>
                        <a:pt x="2760" y="115538"/>
                      </a:lnTo>
                      <a:cubicBezTo>
                        <a:pt x="2760" y="115538"/>
                        <a:pt x="-7527" y="144875"/>
                        <a:pt x="11618" y="182785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493" name="Google Shape;493;p32"/>
              <p:cNvSpPr/>
              <p:nvPr/>
            </p:nvSpPr>
            <p:spPr>
              <a:xfrm>
                <a:off x="4414697" y="2762871"/>
                <a:ext cx="149632" cy="149632"/>
              </a:xfrm>
              <a:custGeom>
                <a:rect b="b" l="l" r="r" t="t"/>
                <a:pathLst>
                  <a:path extrusionOk="0" h="149632" w="149632">
                    <a:moveTo>
                      <a:pt x="14142" y="118536"/>
                    </a:moveTo>
                    <a:cubicBezTo>
                      <a:pt x="38240" y="152064"/>
                      <a:pt x="85008" y="159684"/>
                      <a:pt x="118536" y="135491"/>
                    </a:cubicBezTo>
                    <a:cubicBezTo>
                      <a:pt x="152064" y="111297"/>
                      <a:pt x="159684" y="64625"/>
                      <a:pt x="135491" y="31097"/>
                    </a:cubicBezTo>
                    <a:cubicBezTo>
                      <a:pt x="111392" y="-2431"/>
                      <a:pt x="64625" y="-10051"/>
                      <a:pt x="31097" y="14142"/>
                    </a:cubicBezTo>
                    <a:cubicBezTo>
                      <a:pt x="-2431" y="38240"/>
                      <a:pt x="-10051" y="85008"/>
                      <a:pt x="14142" y="11853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494" name="Google Shape;494;p32"/>
            <p:cNvGrpSpPr/>
            <p:nvPr/>
          </p:nvGrpSpPr>
          <p:grpSpPr>
            <a:xfrm>
              <a:off x="4494225" y="2436500"/>
              <a:ext cx="672616" cy="809449"/>
              <a:chOff x="4233481" y="2957166"/>
              <a:chExt cx="714485" cy="859835"/>
            </a:xfrm>
          </p:grpSpPr>
          <p:sp>
            <p:nvSpPr>
              <p:cNvPr id="495" name="Google Shape;495;p32"/>
              <p:cNvSpPr/>
              <p:nvPr/>
            </p:nvSpPr>
            <p:spPr>
              <a:xfrm>
                <a:off x="4233481" y="2957166"/>
                <a:ext cx="714485" cy="857405"/>
              </a:xfrm>
              <a:custGeom>
                <a:rect b="b" l="l" r="r" t="t"/>
                <a:pathLst>
                  <a:path extrusionOk="0" h="857405" w="714485">
                    <a:moveTo>
                      <a:pt x="331280" y="246186"/>
                    </a:moveTo>
                    <a:cubicBezTo>
                      <a:pt x="331280" y="246186"/>
                      <a:pt x="415766" y="239900"/>
                      <a:pt x="437579" y="179130"/>
                    </a:cubicBezTo>
                    <a:lnTo>
                      <a:pt x="439293" y="9299"/>
                    </a:lnTo>
                    <a:cubicBezTo>
                      <a:pt x="439293" y="9299"/>
                      <a:pt x="621125" y="-11751"/>
                      <a:pt x="672179" y="9490"/>
                    </a:cubicBezTo>
                    <a:lnTo>
                      <a:pt x="651415" y="265808"/>
                    </a:lnTo>
                    <a:cubicBezTo>
                      <a:pt x="651415" y="265808"/>
                      <a:pt x="689896" y="664905"/>
                      <a:pt x="694182" y="715578"/>
                    </a:cubicBezTo>
                    <a:cubicBezTo>
                      <a:pt x="698468" y="766251"/>
                      <a:pt x="719614" y="775872"/>
                      <a:pt x="713327" y="792064"/>
                    </a:cubicBezTo>
                    <a:cubicBezTo>
                      <a:pt x="707041" y="808257"/>
                      <a:pt x="189738" y="857406"/>
                      <a:pt x="189738" y="857406"/>
                    </a:cubicBezTo>
                    <a:lnTo>
                      <a:pt x="201168" y="595849"/>
                    </a:lnTo>
                    <a:lnTo>
                      <a:pt x="166306" y="621852"/>
                    </a:lnTo>
                    <a:cubicBezTo>
                      <a:pt x="166306" y="621852"/>
                      <a:pt x="11811" y="486407"/>
                      <a:pt x="0" y="452403"/>
                    </a:cubicBezTo>
                    <a:cubicBezTo>
                      <a:pt x="0" y="452403"/>
                      <a:pt x="227838" y="240185"/>
                      <a:pt x="331280" y="24609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6" name="Google Shape;496;p32"/>
              <p:cNvSpPr/>
              <p:nvPr/>
            </p:nvSpPr>
            <p:spPr>
              <a:xfrm>
                <a:off x="4386603" y="3474534"/>
                <a:ext cx="60939" cy="94122"/>
              </a:xfrm>
              <a:custGeom>
                <a:rect b="b" l="l" r="r" t="t"/>
                <a:pathLst>
                  <a:path extrusionOk="0" h="162280" w="80447">
                    <a:moveTo>
                      <a:pt x="80447" y="0"/>
                    </a:moveTo>
                    <a:cubicBezTo>
                      <a:pt x="80447" y="0"/>
                      <a:pt x="7962" y="71628"/>
                      <a:pt x="532" y="135064"/>
                    </a:cubicBezTo>
                    <a:cubicBezTo>
                      <a:pt x="-6897" y="198501"/>
                      <a:pt x="65874" y="131159"/>
                      <a:pt x="65874" y="131159"/>
                    </a:cubicBezTo>
                    <a:cubicBezTo>
                      <a:pt x="65874" y="131159"/>
                      <a:pt x="68350" y="28289"/>
                      <a:pt x="80447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497" name="Google Shape;497;p32"/>
              <p:cNvSpPr/>
              <p:nvPr/>
            </p:nvSpPr>
            <p:spPr>
              <a:xfrm>
                <a:off x="4233481" y="2959596"/>
                <a:ext cx="714485" cy="857405"/>
              </a:xfrm>
              <a:custGeom>
                <a:rect b="b" l="l" r="r" t="t"/>
                <a:pathLst>
                  <a:path extrusionOk="0" h="857405" w="714485">
                    <a:moveTo>
                      <a:pt x="331280" y="246186"/>
                    </a:moveTo>
                    <a:cubicBezTo>
                      <a:pt x="331280" y="246186"/>
                      <a:pt x="415766" y="239900"/>
                      <a:pt x="437579" y="179130"/>
                    </a:cubicBezTo>
                    <a:lnTo>
                      <a:pt x="439293" y="9299"/>
                    </a:lnTo>
                    <a:cubicBezTo>
                      <a:pt x="439293" y="9299"/>
                      <a:pt x="621125" y="-11751"/>
                      <a:pt x="672179" y="9490"/>
                    </a:cubicBezTo>
                    <a:lnTo>
                      <a:pt x="651415" y="265808"/>
                    </a:lnTo>
                    <a:cubicBezTo>
                      <a:pt x="651415" y="265808"/>
                      <a:pt x="689896" y="664905"/>
                      <a:pt x="694182" y="715578"/>
                    </a:cubicBezTo>
                    <a:cubicBezTo>
                      <a:pt x="698468" y="766251"/>
                      <a:pt x="719614" y="775872"/>
                      <a:pt x="713327" y="792064"/>
                    </a:cubicBezTo>
                    <a:cubicBezTo>
                      <a:pt x="707041" y="808257"/>
                      <a:pt x="189738" y="857406"/>
                      <a:pt x="189738" y="857406"/>
                    </a:cubicBezTo>
                    <a:lnTo>
                      <a:pt x="201168" y="595849"/>
                    </a:lnTo>
                    <a:lnTo>
                      <a:pt x="166306" y="621852"/>
                    </a:lnTo>
                    <a:cubicBezTo>
                      <a:pt x="166306" y="621852"/>
                      <a:pt x="11811" y="486407"/>
                      <a:pt x="0" y="452403"/>
                    </a:cubicBezTo>
                    <a:cubicBezTo>
                      <a:pt x="0" y="452403"/>
                      <a:pt x="227838" y="240185"/>
                      <a:pt x="331280" y="246091"/>
                    </a:cubicBez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498" name="Google Shape;498;p32"/>
            <p:cNvSpPr/>
            <p:nvPr/>
          </p:nvSpPr>
          <p:spPr>
            <a:xfrm>
              <a:off x="4683515" y="2910454"/>
              <a:ext cx="16428" cy="87079"/>
            </a:xfrm>
            <a:custGeom>
              <a:rect b="b" l="l" r="r" t="t"/>
              <a:pathLst>
                <a:path extrusionOk="0" h="92392" w="17430">
                  <a:moveTo>
                    <a:pt x="17431" y="0"/>
                  </a:moveTo>
                  <a:cubicBezTo>
                    <a:pt x="17431" y="0"/>
                    <a:pt x="7715" y="27146"/>
                    <a:pt x="0" y="92392"/>
                  </a:cubicBezTo>
                </a:path>
              </a:pathLst>
            </a:custGeom>
            <a:solidFill>
              <a:srgbClr val="FFFAE6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499" name="Google Shape;499;p32"/>
            <p:cNvGrpSpPr/>
            <p:nvPr/>
          </p:nvGrpSpPr>
          <p:grpSpPr>
            <a:xfrm>
              <a:off x="4424885" y="2850555"/>
              <a:ext cx="349656" cy="530126"/>
              <a:chOff x="4159824" y="3396995"/>
              <a:chExt cx="371421" cy="563125"/>
            </a:xfrm>
          </p:grpSpPr>
          <p:sp>
            <p:nvSpPr>
              <p:cNvPr id="500" name="Google Shape;500;p32"/>
              <p:cNvSpPr/>
              <p:nvPr/>
            </p:nvSpPr>
            <p:spPr>
              <a:xfrm>
                <a:off x="4159824" y="3396995"/>
                <a:ext cx="371421" cy="563125"/>
              </a:xfrm>
              <a:custGeom>
                <a:rect b="b" l="l" r="r" t="t"/>
                <a:pathLst>
                  <a:path extrusionOk="0" h="563125" w="371421">
                    <a:moveTo>
                      <a:pt x="105661" y="0"/>
                    </a:moveTo>
                    <a:lnTo>
                      <a:pt x="43653" y="63817"/>
                    </a:lnTo>
                    <a:cubicBezTo>
                      <a:pt x="-13306" y="117062"/>
                      <a:pt x="-14735" y="206978"/>
                      <a:pt x="40605" y="261938"/>
                    </a:cubicBezTo>
                    <a:lnTo>
                      <a:pt x="211579" y="454152"/>
                    </a:lnTo>
                    <a:cubicBezTo>
                      <a:pt x="211579" y="454152"/>
                      <a:pt x="245488" y="509302"/>
                      <a:pt x="268157" y="528161"/>
                    </a:cubicBezTo>
                    <a:cubicBezTo>
                      <a:pt x="287303" y="544163"/>
                      <a:pt x="292922" y="565404"/>
                      <a:pt x="302733" y="562927"/>
                    </a:cubicBezTo>
                    <a:cubicBezTo>
                      <a:pt x="312544" y="560451"/>
                      <a:pt x="291113" y="511874"/>
                      <a:pt x="291113" y="511874"/>
                    </a:cubicBezTo>
                    <a:cubicBezTo>
                      <a:pt x="291113" y="511874"/>
                      <a:pt x="321116" y="546068"/>
                      <a:pt x="331022" y="539686"/>
                    </a:cubicBezTo>
                    <a:cubicBezTo>
                      <a:pt x="340833" y="533209"/>
                      <a:pt x="308639" y="480155"/>
                      <a:pt x="308639" y="480155"/>
                    </a:cubicBezTo>
                    <a:cubicBezTo>
                      <a:pt x="308639" y="480155"/>
                      <a:pt x="344929" y="514350"/>
                      <a:pt x="353406" y="508540"/>
                    </a:cubicBezTo>
                    <a:cubicBezTo>
                      <a:pt x="361883" y="502730"/>
                      <a:pt x="331213" y="456057"/>
                      <a:pt x="331213" y="456057"/>
                    </a:cubicBezTo>
                    <a:cubicBezTo>
                      <a:pt x="331213" y="456057"/>
                      <a:pt x="362264" y="462915"/>
                      <a:pt x="370837" y="455867"/>
                    </a:cubicBezTo>
                    <a:cubicBezTo>
                      <a:pt x="379409" y="448723"/>
                      <a:pt x="290922" y="391668"/>
                      <a:pt x="290922" y="391668"/>
                    </a:cubicBezTo>
                    <a:lnTo>
                      <a:pt x="209293" y="204025"/>
                    </a:lnTo>
                    <a:lnTo>
                      <a:pt x="239963" y="182213"/>
                    </a:lnTo>
                    <a:lnTo>
                      <a:pt x="105661" y="95"/>
                    </a:lnTo>
                    <a:close/>
                  </a:path>
                </a:pathLst>
              </a:custGeom>
              <a:solidFill>
                <a:srgbClr val="C2724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1" name="Google Shape;501;p32"/>
              <p:cNvSpPr/>
              <p:nvPr/>
            </p:nvSpPr>
            <p:spPr>
              <a:xfrm>
                <a:off x="4345686" y="3568636"/>
                <a:ext cx="23336" cy="32289"/>
              </a:xfrm>
              <a:custGeom>
                <a:rect b="b" l="l" r="r" t="t"/>
                <a:pathLst>
                  <a:path extrusionOk="0" h="32289" w="23336">
                    <a:moveTo>
                      <a:pt x="23336" y="32290"/>
                    </a:moveTo>
                    <a:lnTo>
                      <a:pt x="0" y="0"/>
                    </a:lnTo>
                  </a:path>
                </a:pathLst>
              </a:custGeom>
              <a:noFill/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02" name="Google Shape;502;p32"/>
              <p:cNvSpPr/>
              <p:nvPr/>
            </p:nvSpPr>
            <p:spPr>
              <a:xfrm>
                <a:off x="4159824" y="3396995"/>
                <a:ext cx="371421" cy="563125"/>
              </a:xfrm>
              <a:custGeom>
                <a:rect b="b" l="l" r="r" t="t"/>
                <a:pathLst>
                  <a:path extrusionOk="0" h="563125" w="371421">
                    <a:moveTo>
                      <a:pt x="105661" y="0"/>
                    </a:moveTo>
                    <a:lnTo>
                      <a:pt x="43653" y="63817"/>
                    </a:lnTo>
                    <a:cubicBezTo>
                      <a:pt x="-13306" y="117062"/>
                      <a:pt x="-14735" y="206978"/>
                      <a:pt x="40605" y="261938"/>
                    </a:cubicBezTo>
                    <a:lnTo>
                      <a:pt x="211579" y="454152"/>
                    </a:lnTo>
                    <a:cubicBezTo>
                      <a:pt x="211579" y="454152"/>
                      <a:pt x="245488" y="509302"/>
                      <a:pt x="268157" y="528161"/>
                    </a:cubicBezTo>
                    <a:cubicBezTo>
                      <a:pt x="287303" y="544163"/>
                      <a:pt x="292922" y="565404"/>
                      <a:pt x="302733" y="562927"/>
                    </a:cubicBezTo>
                    <a:cubicBezTo>
                      <a:pt x="312544" y="560451"/>
                      <a:pt x="291113" y="511874"/>
                      <a:pt x="291113" y="511874"/>
                    </a:cubicBezTo>
                    <a:cubicBezTo>
                      <a:pt x="291113" y="511874"/>
                      <a:pt x="321116" y="546068"/>
                      <a:pt x="331022" y="539686"/>
                    </a:cubicBezTo>
                    <a:cubicBezTo>
                      <a:pt x="340833" y="533209"/>
                      <a:pt x="308639" y="480155"/>
                      <a:pt x="308639" y="480155"/>
                    </a:cubicBezTo>
                    <a:cubicBezTo>
                      <a:pt x="308639" y="480155"/>
                      <a:pt x="344929" y="514350"/>
                      <a:pt x="353406" y="508540"/>
                    </a:cubicBezTo>
                    <a:cubicBezTo>
                      <a:pt x="361883" y="502730"/>
                      <a:pt x="331213" y="456057"/>
                      <a:pt x="331213" y="456057"/>
                    </a:cubicBezTo>
                    <a:cubicBezTo>
                      <a:pt x="331213" y="456057"/>
                      <a:pt x="362264" y="462915"/>
                      <a:pt x="370837" y="455867"/>
                    </a:cubicBezTo>
                    <a:cubicBezTo>
                      <a:pt x="379409" y="448723"/>
                      <a:pt x="290922" y="391668"/>
                      <a:pt x="290922" y="391668"/>
                    </a:cubicBezTo>
                    <a:lnTo>
                      <a:pt x="209293" y="204025"/>
                    </a:lnTo>
                    <a:lnTo>
                      <a:pt x="239963" y="182213"/>
                    </a:lnTo>
                    <a:lnTo>
                      <a:pt x="105661" y="95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03" name="Google Shape;503;p32"/>
            <p:cNvSpPr/>
            <p:nvPr/>
          </p:nvSpPr>
          <p:spPr>
            <a:xfrm>
              <a:off x="4482479" y="2831277"/>
              <a:ext cx="188433" cy="207914"/>
            </a:xfrm>
            <a:custGeom>
              <a:rect b="b" l="l" r="r" t="t"/>
              <a:pathLst>
                <a:path extrusionOk="0" h="220598" w="199929">
                  <a:moveTo>
                    <a:pt x="35242" y="95"/>
                  </a:moveTo>
                  <a:cubicBezTo>
                    <a:pt x="35242" y="95"/>
                    <a:pt x="178879" y="175260"/>
                    <a:pt x="199930" y="196501"/>
                  </a:cubicBezTo>
                  <a:lnTo>
                    <a:pt x="173736" y="220599"/>
                  </a:lnTo>
                  <a:cubicBezTo>
                    <a:pt x="173736" y="220599"/>
                    <a:pt x="15049" y="77343"/>
                    <a:pt x="0" y="32575"/>
                  </a:cubicBezTo>
                  <a:lnTo>
                    <a:pt x="35242" y="0"/>
                  </a:lnTo>
                  <a:close/>
                </a:path>
              </a:pathLst>
            </a:custGeom>
            <a:solidFill>
              <a:schemeClr val="accen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4" name="Google Shape;504;p32"/>
            <p:cNvSpPr/>
            <p:nvPr/>
          </p:nvSpPr>
          <p:spPr>
            <a:xfrm>
              <a:off x="4900065" y="2429412"/>
              <a:ext cx="234936" cy="46383"/>
            </a:xfrm>
            <a:custGeom>
              <a:rect b="b" l="l" r="r" t="t"/>
              <a:pathLst>
                <a:path extrusionOk="0" h="49213" w="249269">
                  <a:moveTo>
                    <a:pt x="0" y="8542"/>
                  </a:moveTo>
                  <a:lnTo>
                    <a:pt x="2000" y="41879"/>
                  </a:lnTo>
                  <a:cubicBezTo>
                    <a:pt x="2000" y="41879"/>
                    <a:pt x="159639" y="30545"/>
                    <a:pt x="246602" y="49214"/>
                  </a:cubicBezTo>
                  <a:lnTo>
                    <a:pt x="249269" y="7780"/>
                  </a:lnTo>
                  <a:cubicBezTo>
                    <a:pt x="249269" y="7780"/>
                    <a:pt x="62675" y="-10222"/>
                    <a:pt x="0" y="8542"/>
                  </a:cubicBezTo>
                  <a:close/>
                </a:path>
              </a:pathLst>
            </a:custGeom>
            <a:solidFill>
              <a:schemeClr val="accent1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5" name="Google Shape;505;p32"/>
            <p:cNvSpPr/>
            <p:nvPr/>
          </p:nvSpPr>
          <p:spPr>
            <a:xfrm>
              <a:off x="4923275" y="3614450"/>
              <a:ext cx="375041" cy="8954"/>
            </a:xfrm>
            <a:custGeom>
              <a:rect b="b" l="l" r="r" t="t"/>
              <a:pathLst>
                <a:path extrusionOk="0" h="9525" w="961644">
                  <a:moveTo>
                    <a:pt x="0" y="0"/>
                  </a:moveTo>
                  <a:lnTo>
                    <a:pt x="961644" y="0"/>
                  </a:lnTo>
                </a:path>
              </a:pathLst>
            </a:custGeom>
            <a:noFill/>
            <a:ln cap="rnd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6" name="Google Shape;506;p32"/>
            <p:cNvSpPr/>
            <p:nvPr/>
          </p:nvSpPr>
          <p:spPr>
            <a:xfrm>
              <a:off x="4783025" y="2608700"/>
              <a:ext cx="32150" cy="50025"/>
            </a:xfrm>
            <a:custGeom>
              <a:rect b="b" l="l" r="r" t="t"/>
              <a:pathLst>
                <a:path extrusionOk="0" h="2001" w="1286">
                  <a:moveTo>
                    <a:pt x="0" y="786"/>
                  </a:moveTo>
                  <a:lnTo>
                    <a:pt x="1286" y="0"/>
                  </a:lnTo>
                  <a:lnTo>
                    <a:pt x="786" y="200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</p:sp>
      </p:grpSp>
      <p:grpSp>
        <p:nvGrpSpPr>
          <p:cNvPr id="507" name="Google Shape;507;p32"/>
          <p:cNvGrpSpPr/>
          <p:nvPr/>
        </p:nvGrpSpPr>
        <p:grpSpPr>
          <a:xfrm>
            <a:off x="6431552" y="2815915"/>
            <a:ext cx="261701" cy="619394"/>
            <a:chOff x="6291561" y="3307723"/>
            <a:chExt cx="278021" cy="770007"/>
          </a:xfrm>
        </p:grpSpPr>
        <p:sp>
          <p:nvSpPr>
            <p:cNvPr id="508" name="Google Shape;508;p32"/>
            <p:cNvSpPr/>
            <p:nvPr/>
          </p:nvSpPr>
          <p:spPr>
            <a:xfrm>
              <a:off x="6342792" y="3307723"/>
              <a:ext cx="226790" cy="757713"/>
            </a:xfrm>
            <a:custGeom>
              <a:rect b="b" l="l" r="r" t="t"/>
              <a:pathLst>
                <a:path extrusionOk="0" h="757713" w="226790">
                  <a:moveTo>
                    <a:pt x="0" y="0"/>
                  </a:moveTo>
                  <a:cubicBezTo>
                    <a:pt x="0" y="0"/>
                    <a:pt x="191453" y="505778"/>
                    <a:pt x="226790" y="757714"/>
                  </a:cubicBezTo>
                </a:path>
              </a:pathLst>
            </a:custGeom>
            <a:noFill/>
            <a:ln cap="rnd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09" name="Google Shape;509;p32"/>
            <p:cNvSpPr/>
            <p:nvPr/>
          </p:nvSpPr>
          <p:spPr>
            <a:xfrm>
              <a:off x="6291561" y="3319576"/>
              <a:ext cx="215525" cy="758153"/>
            </a:xfrm>
            <a:custGeom>
              <a:rect b="b" l="l" r="r" t="t"/>
              <a:pathLst>
                <a:path extrusionOk="0" h="783621" w="285464">
                  <a:moveTo>
                    <a:pt x="0" y="0"/>
                  </a:moveTo>
                  <a:cubicBezTo>
                    <a:pt x="0" y="0"/>
                    <a:pt x="233458" y="375761"/>
                    <a:pt x="285464" y="783622"/>
                  </a:cubicBezTo>
                </a:path>
              </a:pathLst>
            </a:custGeom>
            <a:noFill/>
            <a:ln cap="rnd" cmpd="sng" w="9525">
              <a:solidFill>
                <a:schemeClr val="lt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10" name="Google Shape;510;p32"/>
          <p:cNvGrpSpPr/>
          <p:nvPr/>
        </p:nvGrpSpPr>
        <p:grpSpPr>
          <a:xfrm>
            <a:off x="6768474" y="1892682"/>
            <a:ext cx="1662471" cy="2702460"/>
            <a:chOff x="6649296" y="2379497"/>
            <a:chExt cx="1765956" cy="2870682"/>
          </a:xfrm>
        </p:grpSpPr>
        <p:sp>
          <p:nvSpPr>
            <p:cNvPr id="511" name="Google Shape;511;p32"/>
            <p:cNvSpPr/>
            <p:nvPr/>
          </p:nvSpPr>
          <p:spPr>
            <a:xfrm>
              <a:off x="7022249" y="3010757"/>
              <a:ext cx="313238" cy="269530"/>
            </a:xfrm>
            <a:custGeom>
              <a:rect b="b" l="l" r="r" t="t"/>
              <a:pathLst>
                <a:path extrusionOk="0" h="269530" w="313238">
                  <a:moveTo>
                    <a:pt x="313143" y="201930"/>
                  </a:moveTo>
                  <a:lnTo>
                    <a:pt x="214274" y="227076"/>
                  </a:lnTo>
                  <a:lnTo>
                    <a:pt x="177222" y="181928"/>
                  </a:lnTo>
                  <a:cubicBezTo>
                    <a:pt x="177222" y="181928"/>
                    <a:pt x="168649" y="207454"/>
                    <a:pt x="161600" y="230124"/>
                  </a:cubicBezTo>
                  <a:cubicBezTo>
                    <a:pt x="159410" y="237173"/>
                    <a:pt x="153695" y="242507"/>
                    <a:pt x="146551" y="244316"/>
                  </a:cubicBezTo>
                  <a:lnTo>
                    <a:pt x="49587" y="268891"/>
                  </a:lnTo>
                  <a:cubicBezTo>
                    <a:pt x="39204" y="271558"/>
                    <a:pt x="28441" y="265652"/>
                    <a:pt x="25107" y="255461"/>
                  </a:cubicBezTo>
                  <a:cubicBezTo>
                    <a:pt x="-13564" y="139446"/>
                    <a:pt x="3962" y="32575"/>
                    <a:pt x="3962" y="32575"/>
                  </a:cubicBezTo>
                  <a:lnTo>
                    <a:pt x="100736" y="0"/>
                  </a:lnTo>
                  <a:lnTo>
                    <a:pt x="291045" y="43910"/>
                  </a:lnTo>
                  <a:lnTo>
                    <a:pt x="313239" y="201930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2" name="Google Shape;512;p32"/>
            <p:cNvSpPr/>
            <p:nvPr/>
          </p:nvSpPr>
          <p:spPr>
            <a:xfrm>
              <a:off x="7030210" y="2379497"/>
              <a:ext cx="509303" cy="763657"/>
            </a:xfrm>
            <a:custGeom>
              <a:rect b="b" l="l" r="r" t="t"/>
              <a:pathLst>
                <a:path extrusionOk="0" h="763657" w="509303">
                  <a:moveTo>
                    <a:pt x="116492" y="150819"/>
                  </a:moveTo>
                  <a:cubicBezTo>
                    <a:pt x="96299" y="136341"/>
                    <a:pt x="67153" y="149771"/>
                    <a:pt x="67153" y="149771"/>
                  </a:cubicBezTo>
                  <a:cubicBezTo>
                    <a:pt x="67153" y="149771"/>
                    <a:pt x="-2951" y="137865"/>
                    <a:pt x="97" y="154058"/>
                  </a:cubicBezTo>
                  <a:cubicBezTo>
                    <a:pt x="3145" y="170250"/>
                    <a:pt x="37339" y="183204"/>
                    <a:pt x="65438" y="207112"/>
                  </a:cubicBezTo>
                  <a:cubicBezTo>
                    <a:pt x="93537" y="231020"/>
                    <a:pt x="118683" y="234448"/>
                    <a:pt x="118683" y="234448"/>
                  </a:cubicBezTo>
                  <a:lnTo>
                    <a:pt x="265844" y="459048"/>
                  </a:lnTo>
                  <a:lnTo>
                    <a:pt x="318898" y="763658"/>
                  </a:lnTo>
                  <a:lnTo>
                    <a:pt x="509303" y="763658"/>
                  </a:lnTo>
                  <a:lnTo>
                    <a:pt x="454249" y="447237"/>
                  </a:lnTo>
                  <a:cubicBezTo>
                    <a:pt x="448248" y="412756"/>
                    <a:pt x="430912" y="381324"/>
                    <a:pt x="404909" y="357892"/>
                  </a:cubicBezTo>
                  <a:lnTo>
                    <a:pt x="204884" y="177584"/>
                  </a:lnTo>
                  <a:cubicBezTo>
                    <a:pt x="210885" y="155963"/>
                    <a:pt x="172975" y="79763"/>
                    <a:pt x="172975" y="79763"/>
                  </a:cubicBezTo>
                  <a:cubicBezTo>
                    <a:pt x="172975" y="79763"/>
                    <a:pt x="173833" y="324"/>
                    <a:pt x="155068" y="7277"/>
                  </a:cubicBezTo>
                  <a:cubicBezTo>
                    <a:pt x="136304" y="14230"/>
                    <a:pt x="137923" y="64046"/>
                    <a:pt x="137923" y="64046"/>
                  </a:cubicBezTo>
                  <a:cubicBezTo>
                    <a:pt x="137923" y="64046"/>
                    <a:pt x="111444" y="-5296"/>
                    <a:pt x="96204" y="324"/>
                  </a:cubicBezTo>
                  <a:cubicBezTo>
                    <a:pt x="80869" y="6039"/>
                    <a:pt x="104110" y="75381"/>
                    <a:pt x="104110" y="75381"/>
                  </a:cubicBezTo>
                  <a:cubicBezTo>
                    <a:pt x="104110" y="75381"/>
                    <a:pt x="67724" y="-1771"/>
                    <a:pt x="46960" y="6801"/>
                  </a:cubicBezTo>
                  <a:cubicBezTo>
                    <a:pt x="26195" y="15373"/>
                    <a:pt x="75820" y="95860"/>
                    <a:pt x="75820" y="95860"/>
                  </a:cubicBezTo>
                  <a:cubicBezTo>
                    <a:pt x="75820" y="95860"/>
                    <a:pt x="43531" y="36233"/>
                    <a:pt x="26100" y="50997"/>
                  </a:cubicBezTo>
                  <a:cubicBezTo>
                    <a:pt x="8669" y="65761"/>
                    <a:pt x="67248" y="149676"/>
                    <a:pt x="67248" y="149676"/>
                  </a:cubicBezTo>
                </a:path>
              </a:pathLst>
            </a:custGeom>
            <a:solidFill>
              <a:srgbClr val="9E4E27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3" name="Google Shape;513;p32"/>
            <p:cNvSpPr/>
            <p:nvPr/>
          </p:nvSpPr>
          <p:spPr>
            <a:xfrm>
              <a:off x="7602092" y="4151471"/>
              <a:ext cx="492442" cy="1038510"/>
            </a:xfrm>
            <a:custGeom>
              <a:rect b="b" l="l" r="r" t="t"/>
              <a:pathLst>
                <a:path extrusionOk="0" h="1038510" w="492442">
                  <a:moveTo>
                    <a:pt x="492347" y="888587"/>
                  </a:moveTo>
                  <a:lnTo>
                    <a:pt x="379000" y="214503"/>
                  </a:lnTo>
                  <a:cubicBezTo>
                    <a:pt x="378238" y="209836"/>
                    <a:pt x="377000" y="205169"/>
                    <a:pt x="375380" y="200692"/>
                  </a:cubicBezTo>
                  <a:lnTo>
                    <a:pt x="304038" y="0"/>
                  </a:lnTo>
                  <a:lnTo>
                    <a:pt x="0" y="0"/>
                  </a:lnTo>
                  <a:lnTo>
                    <a:pt x="92773" y="216313"/>
                  </a:lnTo>
                  <a:lnTo>
                    <a:pt x="314896" y="947738"/>
                  </a:lnTo>
                  <a:lnTo>
                    <a:pt x="414909" y="1038511"/>
                  </a:lnTo>
                  <a:lnTo>
                    <a:pt x="492443" y="988886"/>
                  </a:lnTo>
                  <a:lnTo>
                    <a:pt x="492443" y="888587"/>
                  </a:lnTo>
                  <a:close/>
                </a:path>
              </a:pathLst>
            </a:custGeom>
            <a:solidFill>
              <a:srgbClr val="9E4E27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4" name="Google Shape;514;p32"/>
            <p:cNvSpPr/>
            <p:nvPr/>
          </p:nvSpPr>
          <p:spPr>
            <a:xfrm>
              <a:off x="7852791" y="4884324"/>
              <a:ext cx="241649" cy="305657"/>
            </a:xfrm>
            <a:custGeom>
              <a:rect b="b" l="l" r="r" t="t"/>
              <a:pathLst>
                <a:path extrusionOk="0" h="305657" w="241649">
                  <a:moveTo>
                    <a:pt x="214979" y="0"/>
                  </a:moveTo>
                  <a:lnTo>
                    <a:pt x="241649" y="155734"/>
                  </a:lnTo>
                  <a:lnTo>
                    <a:pt x="241649" y="256032"/>
                  </a:lnTo>
                  <a:lnTo>
                    <a:pt x="164116" y="305657"/>
                  </a:lnTo>
                  <a:lnTo>
                    <a:pt x="64103" y="214884"/>
                  </a:lnTo>
                  <a:lnTo>
                    <a:pt x="0" y="0"/>
                  </a:lnTo>
                  <a:lnTo>
                    <a:pt x="214979" y="0"/>
                  </a:lnTo>
                  <a:close/>
                </a:path>
              </a:pathLst>
            </a:custGeom>
            <a:solidFill>
              <a:schemeClr val="dk2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15" name="Google Shape;515;p32"/>
            <p:cNvGrpSpPr/>
            <p:nvPr/>
          </p:nvGrpSpPr>
          <p:grpSpPr>
            <a:xfrm>
              <a:off x="7906141" y="5039966"/>
              <a:ext cx="509111" cy="210213"/>
              <a:chOff x="7906141" y="5039966"/>
              <a:chExt cx="509111" cy="210213"/>
            </a:xfrm>
          </p:grpSpPr>
          <p:sp>
            <p:nvSpPr>
              <p:cNvPr id="516" name="Google Shape;516;p32"/>
              <p:cNvSpPr/>
              <p:nvPr/>
            </p:nvSpPr>
            <p:spPr>
              <a:xfrm>
                <a:off x="7906141" y="5039966"/>
                <a:ext cx="507102" cy="200688"/>
              </a:xfrm>
              <a:custGeom>
                <a:rect b="b" l="l" r="r" t="t"/>
                <a:pathLst>
                  <a:path extrusionOk="0" h="200688" w="507102">
                    <a:moveTo>
                      <a:pt x="10753" y="59243"/>
                    </a:moveTo>
                    <a:cubicBezTo>
                      <a:pt x="12753" y="52385"/>
                      <a:pt x="21325" y="49908"/>
                      <a:pt x="26564" y="54766"/>
                    </a:cubicBezTo>
                    <a:cubicBezTo>
                      <a:pt x="41899" y="68958"/>
                      <a:pt x="71236" y="92009"/>
                      <a:pt x="99335" y="92009"/>
                    </a:cubicBezTo>
                    <a:cubicBezTo>
                      <a:pt x="131244" y="92009"/>
                      <a:pt x="165153" y="60195"/>
                      <a:pt x="163153" y="53718"/>
                    </a:cubicBezTo>
                    <a:cubicBezTo>
                      <a:pt x="157056" y="34573"/>
                      <a:pt x="168582" y="3045"/>
                      <a:pt x="188394" y="92"/>
                    </a:cubicBezTo>
                    <a:cubicBezTo>
                      <a:pt x="214587" y="-3813"/>
                      <a:pt x="352509" y="117155"/>
                      <a:pt x="445473" y="137347"/>
                    </a:cubicBezTo>
                    <a:lnTo>
                      <a:pt x="478430" y="148682"/>
                    </a:lnTo>
                    <a:cubicBezTo>
                      <a:pt x="495670" y="154588"/>
                      <a:pt x="507291" y="170876"/>
                      <a:pt x="507100" y="189164"/>
                    </a:cubicBezTo>
                    <a:cubicBezTo>
                      <a:pt x="507100" y="195641"/>
                      <a:pt x="501576" y="200689"/>
                      <a:pt x="495099" y="200689"/>
                    </a:cubicBezTo>
                    <a:lnTo>
                      <a:pt x="39423" y="200689"/>
                    </a:lnTo>
                    <a:cubicBezTo>
                      <a:pt x="23516" y="200689"/>
                      <a:pt x="9419" y="190116"/>
                      <a:pt x="5323" y="174686"/>
                    </a:cubicBezTo>
                    <a:cubicBezTo>
                      <a:pt x="-773" y="151540"/>
                      <a:pt x="-4583" y="112964"/>
                      <a:pt x="10848" y="59243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17" name="Google Shape;517;p32"/>
              <p:cNvSpPr/>
              <p:nvPr/>
            </p:nvSpPr>
            <p:spPr>
              <a:xfrm>
                <a:off x="7907809" y="5201507"/>
                <a:ext cx="507443" cy="48672"/>
              </a:xfrm>
              <a:custGeom>
                <a:rect b="b" l="l" r="r" t="t"/>
                <a:pathLst>
                  <a:path extrusionOk="0" h="48672" w="507443">
                    <a:moveTo>
                      <a:pt x="505243" y="27622"/>
                    </a:moveTo>
                    <a:cubicBezTo>
                      <a:pt x="505243" y="27622"/>
                      <a:pt x="510195" y="39053"/>
                      <a:pt x="505243" y="48673"/>
                    </a:cubicBezTo>
                    <a:lnTo>
                      <a:pt x="27564" y="48673"/>
                    </a:lnTo>
                    <a:cubicBezTo>
                      <a:pt x="19468" y="48673"/>
                      <a:pt x="11847" y="44387"/>
                      <a:pt x="7942" y="37338"/>
                    </a:cubicBezTo>
                    <a:cubicBezTo>
                      <a:pt x="3085" y="28480"/>
                      <a:pt x="-1869" y="15145"/>
                      <a:pt x="703" y="0"/>
                    </a:cubicBezTo>
                    <a:cubicBezTo>
                      <a:pt x="703" y="0"/>
                      <a:pt x="92238" y="33052"/>
                      <a:pt x="505243" y="27622"/>
                    </a:cubicBezTo>
                    <a:close/>
                  </a:path>
                </a:pathLst>
              </a:custGeom>
              <a:solidFill>
                <a:schemeClr val="accent4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18" name="Google Shape;518;p32"/>
            <p:cNvSpPr/>
            <p:nvPr/>
          </p:nvSpPr>
          <p:spPr>
            <a:xfrm>
              <a:off x="6970204" y="4151471"/>
              <a:ext cx="445960" cy="1038510"/>
            </a:xfrm>
            <a:custGeom>
              <a:rect b="b" l="l" r="r" t="t"/>
              <a:pathLst>
                <a:path extrusionOk="0" h="1038510" w="445960">
                  <a:moveTo>
                    <a:pt x="0" y="888587"/>
                  </a:moveTo>
                  <a:lnTo>
                    <a:pt x="80105" y="199072"/>
                  </a:lnTo>
                  <a:lnTo>
                    <a:pt x="157353" y="0"/>
                  </a:lnTo>
                  <a:lnTo>
                    <a:pt x="445961" y="0"/>
                  </a:lnTo>
                  <a:lnTo>
                    <a:pt x="353187" y="216313"/>
                  </a:lnTo>
                  <a:lnTo>
                    <a:pt x="177451" y="947738"/>
                  </a:lnTo>
                  <a:lnTo>
                    <a:pt x="77534" y="1038511"/>
                  </a:lnTo>
                  <a:lnTo>
                    <a:pt x="0" y="988886"/>
                  </a:lnTo>
                  <a:lnTo>
                    <a:pt x="0" y="888587"/>
                  </a:lnTo>
                  <a:close/>
                </a:path>
              </a:pathLst>
            </a:custGeom>
            <a:solidFill>
              <a:srgbClr val="9E4E27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19" name="Google Shape;519;p32"/>
            <p:cNvSpPr/>
            <p:nvPr/>
          </p:nvSpPr>
          <p:spPr>
            <a:xfrm>
              <a:off x="6970204" y="4884324"/>
              <a:ext cx="229076" cy="305657"/>
            </a:xfrm>
            <a:custGeom>
              <a:rect b="b" l="l" r="r" t="t"/>
              <a:pathLst>
                <a:path extrusionOk="0" h="305657" w="229076">
                  <a:moveTo>
                    <a:pt x="18097" y="0"/>
                  </a:moveTo>
                  <a:lnTo>
                    <a:pt x="0" y="155734"/>
                  </a:lnTo>
                  <a:lnTo>
                    <a:pt x="0" y="256032"/>
                  </a:lnTo>
                  <a:lnTo>
                    <a:pt x="77534" y="305657"/>
                  </a:lnTo>
                  <a:lnTo>
                    <a:pt x="177451" y="214884"/>
                  </a:lnTo>
                  <a:lnTo>
                    <a:pt x="229076" y="0"/>
                  </a:lnTo>
                  <a:lnTo>
                    <a:pt x="18097" y="0"/>
                  </a:lnTo>
                  <a:close/>
                </a:path>
              </a:pathLst>
            </a:custGeom>
            <a:solidFill>
              <a:schemeClr val="dk2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20" name="Google Shape;520;p32"/>
            <p:cNvGrpSpPr/>
            <p:nvPr/>
          </p:nvGrpSpPr>
          <p:grpSpPr>
            <a:xfrm>
              <a:off x="6971670" y="2874565"/>
              <a:ext cx="393187" cy="419097"/>
              <a:chOff x="6971670" y="2874565"/>
              <a:chExt cx="393187" cy="419097"/>
            </a:xfrm>
          </p:grpSpPr>
          <p:sp>
            <p:nvSpPr>
              <p:cNvPr id="521" name="Google Shape;521;p32"/>
              <p:cNvSpPr/>
              <p:nvPr/>
            </p:nvSpPr>
            <p:spPr>
              <a:xfrm rot="-1940363">
                <a:off x="7023275" y="2930640"/>
                <a:ext cx="289976" cy="277021"/>
              </a:xfrm>
              <a:custGeom>
                <a:rect b="b" l="l" r="r" t="t"/>
                <a:pathLst>
                  <a:path extrusionOk="0" h="276986" w="289940">
                    <a:moveTo>
                      <a:pt x="289941" y="138494"/>
                    </a:moveTo>
                    <a:cubicBezTo>
                      <a:pt x="289941" y="214981"/>
                      <a:pt x="225035" y="276987"/>
                      <a:pt x="144971" y="276987"/>
                    </a:cubicBezTo>
                    <a:cubicBezTo>
                      <a:pt x="64906" y="276987"/>
                      <a:pt x="0" y="214981"/>
                      <a:pt x="0" y="138494"/>
                    </a:cubicBezTo>
                    <a:cubicBezTo>
                      <a:pt x="0" y="62006"/>
                      <a:pt x="64906" y="0"/>
                      <a:pt x="144971" y="0"/>
                    </a:cubicBezTo>
                    <a:cubicBezTo>
                      <a:pt x="225035" y="0"/>
                      <a:pt x="289941" y="62006"/>
                      <a:pt x="289941" y="13849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2" name="Google Shape;522;p32"/>
              <p:cNvSpPr/>
              <p:nvPr/>
            </p:nvSpPr>
            <p:spPr>
              <a:xfrm>
                <a:off x="7032780" y="2992681"/>
                <a:ext cx="320860" cy="300981"/>
              </a:xfrm>
              <a:custGeom>
                <a:rect b="b" l="l" r="r" t="t"/>
                <a:pathLst>
                  <a:path extrusionOk="0" h="300981" w="320860">
                    <a:moveTo>
                      <a:pt x="60963" y="209910"/>
                    </a:moveTo>
                    <a:lnTo>
                      <a:pt x="26958" y="172857"/>
                    </a:lnTo>
                    <a:cubicBezTo>
                      <a:pt x="7813" y="151902"/>
                      <a:pt x="-1045" y="125137"/>
                      <a:pt x="98" y="98658"/>
                    </a:cubicBezTo>
                    <a:cubicBezTo>
                      <a:pt x="1241" y="72178"/>
                      <a:pt x="12385" y="46270"/>
                      <a:pt x="33340" y="27030"/>
                    </a:cubicBezTo>
                    <a:cubicBezTo>
                      <a:pt x="75155" y="-11356"/>
                      <a:pt x="140782" y="-8499"/>
                      <a:pt x="179168" y="33316"/>
                    </a:cubicBezTo>
                    <a:lnTo>
                      <a:pt x="190217" y="45413"/>
                    </a:lnTo>
                    <a:cubicBezTo>
                      <a:pt x="190217" y="45413"/>
                      <a:pt x="191265" y="45984"/>
                      <a:pt x="192503" y="47318"/>
                    </a:cubicBezTo>
                    <a:cubicBezTo>
                      <a:pt x="202695" y="37507"/>
                      <a:pt x="218792" y="36174"/>
                      <a:pt x="230413" y="45032"/>
                    </a:cubicBezTo>
                    <a:cubicBezTo>
                      <a:pt x="243271" y="54843"/>
                      <a:pt x="245748" y="73131"/>
                      <a:pt x="235937" y="85989"/>
                    </a:cubicBezTo>
                    <a:cubicBezTo>
                      <a:pt x="233746" y="88942"/>
                      <a:pt x="230984" y="91228"/>
                      <a:pt x="228031" y="93038"/>
                    </a:cubicBezTo>
                    <a:cubicBezTo>
                      <a:pt x="261464" y="137901"/>
                      <a:pt x="304803" y="198384"/>
                      <a:pt x="304803" y="198384"/>
                    </a:cubicBezTo>
                    <a:cubicBezTo>
                      <a:pt x="327567" y="223245"/>
                      <a:pt x="325948" y="262202"/>
                      <a:pt x="301088" y="284967"/>
                    </a:cubicBezTo>
                    <a:cubicBezTo>
                      <a:pt x="276228" y="307731"/>
                      <a:pt x="237271" y="306017"/>
                      <a:pt x="214506" y="281157"/>
                    </a:cubicBezTo>
                    <a:lnTo>
                      <a:pt x="173739" y="236675"/>
                    </a:lnTo>
                    <a:cubicBezTo>
                      <a:pt x="168976" y="238485"/>
                      <a:pt x="164214" y="239913"/>
                      <a:pt x="159356" y="240961"/>
                    </a:cubicBezTo>
                    <a:cubicBezTo>
                      <a:pt x="151355" y="242676"/>
                      <a:pt x="143259" y="243533"/>
                      <a:pt x="135067" y="243342"/>
                    </a:cubicBezTo>
                    <a:cubicBezTo>
                      <a:pt x="115827" y="242961"/>
                      <a:pt x="96777" y="237342"/>
                      <a:pt x="80299" y="226483"/>
                    </a:cubicBezTo>
                    <a:cubicBezTo>
                      <a:pt x="79917" y="226197"/>
                      <a:pt x="79441" y="225912"/>
                      <a:pt x="79060" y="225626"/>
                    </a:cubicBezTo>
                    <a:cubicBezTo>
                      <a:pt x="72583" y="221244"/>
                      <a:pt x="66487" y="216006"/>
                      <a:pt x="60963" y="210005"/>
                    </a:cubicBezTo>
                    <a:close/>
                  </a:path>
                </a:pathLst>
              </a:custGeom>
              <a:solidFill>
                <a:srgbClr val="9E4E27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3" name="Google Shape;523;p32"/>
              <p:cNvSpPr/>
              <p:nvPr/>
            </p:nvSpPr>
            <p:spPr>
              <a:xfrm>
                <a:off x="7164379" y="3090537"/>
                <a:ext cx="60943" cy="60943"/>
              </a:xfrm>
              <a:custGeom>
                <a:rect b="b" l="l" r="r" t="t"/>
                <a:pathLst>
                  <a:path extrusionOk="0" h="60943" w="60943">
                    <a:moveTo>
                      <a:pt x="12041" y="54713"/>
                    </a:moveTo>
                    <a:cubicBezTo>
                      <a:pt x="25376" y="64905"/>
                      <a:pt x="44521" y="62333"/>
                      <a:pt x="54713" y="48903"/>
                    </a:cubicBezTo>
                    <a:cubicBezTo>
                      <a:pt x="64905" y="35568"/>
                      <a:pt x="62333" y="16422"/>
                      <a:pt x="48903" y="6231"/>
                    </a:cubicBezTo>
                    <a:cubicBezTo>
                      <a:pt x="35568" y="-3961"/>
                      <a:pt x="16423" y="-1389"/>
                      <a:pt x="6231" y="12041"/>
                    </a:cubicBezTo>
                    <a:cubicBezTo>
                      <a:pt x="-3961" y="25376"/>
                      <a:pt x="-1389" y="44521"/>
                      <a:pt x="12041" y="54713"/>
                    </a:cubicBezTo>
                    <a:close/>
                  </a:path>
                </a:pathLst>
              </a:custGeom>
              <a:solidFill>
                <a:srgbClr val="8A4625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4" name="Google Shape;524;p32"/>
              <p:cNvSpPr/>
              <p:nvPr/>
            </p:nvSpPr>
            <p:spPr>
              <a:xfrm>
                <a:off x="7137898" y="3104251"/>
                <a:ext cx="20941" cy="20941"/>
              </a:xfrm>
              <a:custGeom>
                <a:rect b="b" l="l" r="r" t="t"/>
                <a:pathLst>
                  <a:path extrusionOk="0" h="20941" w="20941">
                    <a:moveTo>
                      <a:pt x="4137" y="18805"/>
                    </a:moveTo>
                    <a:cubicBezTo>
                      <a:pt x="8708" y="22329"/>
                      <a:pt x="15281" y="21377"/>
                      <a:pt x="18805" y="16805"/>
                    </a:cubicBezTo>
                    <a:cubicBezTo>
                      <a:pt x="22329" y="12233"/>
                      <a:pt x="21377" y="5661"/>
                      <a:pt x="16805" y="2136"/>
                    </a:cubicBezTo>
                    <a:cubicBezTo>
                      <a:pt x="12233" y="-1388"/>
                      <a:pt x="5661" y="-435"/>
                      <a:pt x="2136" y="4137"/>
                    </a:cubicBezTo>
                    <a:cubicBezTo>
                      <a:pt x="-1388" y="8709"/>
                      <a:pt x="-435" y="15281"/>
                      <a:pt x="4137" y="1880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5" name="Google Shape;525;p32"/>
              <p:cNvSpPr/>
              <p:nvPr/>
            </p:nvSpPr>
            <p:spPr>
              <a:xfrm>
                <a:off x="7122890" y="3137154"/>
                <a:ext cx="20288" cy="27772"/>
              </a:xfrm>
              <a:custGeom>
                <a:rect b="b" l="l" r="r" t="t"/>
                <a:pathLst>
                  <a:path extrusionOk="0" h="27772" w="20288">
                    <a:moveTo>
                      <a:pt x="0" y="0"/>
                    </a:moveTo>
                    <a:cubicBezTo>
                      <a:pt x="0" y="0"/>
                      <a:pt x="2286" y="19717"/>
                      <a:pt x="3810" y="25241"/>
                    </a:cubicBezTo>
                    <a:cubicBezTo>
                      <a:pt x="5429" y="30766"/>
                      <a:pt x="20288" y="25527"/>
                      <a:pt x="20288" y="25527"/>
                    </a:cubicBezTo>
                  </a:path>
                </a:pathLst>
              </a:custGeom>
              <a:noFill/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6" name="Google Shape;526;p32"/>
              <p:cNvSpPr/>
              <p:nvPr/>
            </p:nvSpPr>
            <p:spPr>
              <a:xfrm>
                <a:off x="7080558" y="3151019"/>
                <a:ext cx="20941" cy="20941"/>
              </a:xfrm>
              <a:custGeom>
                <a:rect b="b" l="l" r="r" t="t"/>
                <a:pathLst>
                  <a:path extrusionOk="0" h="20941" w="20941">
                    <a:moveTo>
                      <a:pt x="4136" y="18805"/>
                    </a:moveTo>
                    <a:cubicBezTo>
                      <a:pt x="8709" y="22329"/>
                      <a:pt x="15281" y="21377"/>
                      <a:pt x="18805" y="16805"/>
                    </a:cubicBezTo>
                    <a:cubicBezTo>
                      <a:pt x="22329" y="12233"/>
                      <a:pt x="21377" y="5661"/>
                      <a:pt x="16805" y="2136"/>
                    </a:cubicBezTo>
                    <a:cubicBezTo>
                      <a:pt x="12233" y="-1388"/>
                      <a:pt x="5660" y="-435"/>
                      <a:pt x="2136" y="4137"/>
                    </a:cubicBezTo>
                    <a:cubicBezTo>
                      <a:pt x="-1388" y="8709"/>
                      <a:pt x="-435" y="15281"/>
                      <a:pt x="4136" y="1880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7" name="Google Shape;527;p32"/>
              <p:cNvSpPr/>
              <p:nvPr/>
            </p:nvSpPr>
            <p:spPr>
              <a:xfrm>
                <a:off x="7233284" y="3046414"/>
                <a:ext cx="27241" cy="8253"/>
              </a:xfrm>
              <a:custGeom>
                <a:rect b="b" l="l" r="r" t="t"/>
                <a:pathLst>
                  <a:path extrusionOk="0" h="8253" w="27241">
                    <a:moveTo>
                      <a:pt x="27242" y="3872"/>
                    </a:moveTo>
                    <a:cubicBezTo>
                      <a:pt x="27242" y="3872"/>
                      <a:pt x="12002" y="-7273"/>
                      <a:pt x="0" y="8253"/>
                    </a:cubicBezTo>
                  </a:path>
                </a:pathLst>
              </a:custGeom>
              <a:noFill/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8" name="Google Shape;528;p32"/>
              <p:cNvSpPr/>
              <p:nvPr/>
            </p:nvSpPr>
            <p:spPr>
              <a:xfrm>
                <a:off x="7246619" y="3047904"/>
                <a:ext cx="5836" cy="23812"/>
              </a:xfrm>
              <a:custGeom>
                <a:rect b="b" l="l" r="r" t="t"/>
                <a:pathLst>
                  <a:path extrusionOk="0" h="23812" w="5836">
                    <a:moveTo>
                      <a:pt x="0" y="0"/>
                    </a:moveTo>
                    <a:cubicBezTo>
                      <a:pt x="0" y="0"/>
                      <a:pt x="10859" y="13335"/>
                      <a:pt x="2953" y="23813"/>
                    </a:cubicBezTo>
                  </a:path>
                </a:pathLst>
              </a:custGeom>
              <a:noFill/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29" name="Google Shape;529;p32"/>
              <p:cNvSpPr/>
              <p:nvPr/>
            </p:nvSpPr>
            <p:spPr>
              <a:xfrm>
                <a:off x="7032878" y="2960033"/>
                <a:ext cx="192405" cy="131305"/>
              </a:xfrm>
              <a:custGeom>
                <a:rect b="b" l="l" r="r" t="t"/>
                <a:pathLst>
                  <a:path extrusionOk="0" h="131305" w="192405">
                    <a:moveTo>
                      <a:pt x="192405" y="79965"/>
                    </a:moveTo>
                    <a:cubicBezTo>
                      <a:pt x="192405" y="79965"/>
                      <a:pt x="185071" y="89014"/>
                      <a:pt x="187071" y="99873"/>
                    </a:cubicBezTo>
                    <a:cubicBezTo>
                      <a:pt x="187928" y="104730"/>
                      <a:pt x="186024" y="109779"/>
                      <a:pt x="181642" y="112065"/>
                    </a:cubicBezTo>
                    <a:lnTo>
                      <a:pt x="181070" y="112350"/>
                    </a:lnTo>
                    <a:cubicBezTo>
                      <a:pt x="176784" y="114636"/>
                      <a:pt x="171545" y="113874"/>
                      <a:pt x="168116" y="110350"/>
                    </a:cubicBezTo>
                    <a:cubicBezTo>
                      <a:pt x="146304" y="87776"/>
                      <a:pt x="64008" y="15291"/>
                      <a:pt x="0" y="131305"/>
                    </a:cubicBezTo>
                    <a:cubicBezTo>
                      <a:pt x="0" y="131305"/>
                      <a:pt x="9906" y="14529"/>
                      <a:pt x="94869" y="1289"/>
                    </a:cubicBezTo>
                    <a:cubicBezTo>
                      <a:pt x="179832" y="-11856"/>
                      <a:pt x="192405" y="79870"/>
                      <a:pt x="192405" y="7987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0" name="Google Shape;530;p32"/>
              <p:cNvSpPr/>
              <p:nvPr/>
            </p:nvSpPr>
            <p:spPr>
              <a:xfrm>
                <a:off x="7150878" y="3150965"/>
                <a:ext cx="13540" cy="25527"/>
              </a:xfrm>
              <a:custGeom>
                <a:rect b="b" l="l" r="r" t="t"/>
                <a:pathLst>
                  <a:path extrusionOk="0" h="25527" w="13540">
                    <a:moveTo>
                      <a:pt x="110" y="25527"/>
                    </a:moveTo>
                    <a:cubicBezTo>
                      <a:pt x="-556" y="16764"/>
                      <a:pt x="1539" y="5810"/>
                      <a:pt x="13541" y="0"/>
                    </a:cubicBezTo>
                  </a:path>
                </a:pathLst>
              </a:custGeom>
              <a:noFill/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31" name="Google Shape;531;p32"/>
              <p:cNvSpPr/>
              <p:nvPr/>
            </p:nvSpPr>
            <p:spPr>
              <a:xfrm>
                <a:off x="7120032" y="3087719"/>
                <a:ext cx="8953" cy="16478"/>
              </a:xfrm>
              <a:custGeom>
                <a:rect b="b" l="l" r="r" t="t"/>
                <a:pathLst>
                  <a:path extrusionOk="0" h="16478" w="8953">
                    <a:moveTo>
                      <a:pt x="0" y="16478"/>
                    </a:moveTo>
                    <a:cubicBezTo>
                      <a:pt x="0" y="16478"/>
                      <a:pt x="6382" y="15907"/>
                      <a:pt x="8954" y="0"/>
                    </a:cubicBezTo>
                  </a:path>
                </a:pathLst>
              </a:custGeom>
              <a:noFill/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32" name="Google Shape;532;p32"/>
            <p:cNvGrpSpPr/>
            <p:nvPr/>
          </p:nvGrpSpPr>
          <p:grpSpPr>
            <a:xfrm>
              <a:off x="7066978" y="3687727"/>
              <a:ext cx="925830" cy="555850"/>
              <a:chOff x="7066978" y="3687727"/>
              <a:chExt cx="925830" cy="555850"/>
            </a:xfrm>
          </p:grpSpPr>
          <p:sp>
            <p:nvSpPr>
              <p:cNvPr id="533" name="Google Shape;533;p32"/>
              <p:cNvSpPr/>
              <p:nvPr/>
            </p:nvSpPr>
            <p:spPr>
              <a:xfrm>
                <a:off x="7066978" y="3687727"/>
                <a:ext cx="925830" cy="555850"/>
              </a:xfrm>
              <a:custGeom>
                <a:rect b="b" l="l" r="r" t="t"/>
                <a:pathLst>
                  <a:path extrusionOk="0" h="555850" w="925830">
                    <a:moveTo>
                      <a:pt x="168307" y="57312"/>
                    </a:moveTo>
                    <a:lnTo>
                      <a:pt x="0" y="555851"/>
                    </a:lnTo>
                    <a:lnTo>
                      <a:pt x="372618" y="555851"/>
                    </a:lnTo>
                    <a:lnTo>
                      <a:pt x="410528" y="362303"/>
                    </a:lnTo>
                    <a:lnTo>
                      <a:pt x="523304" y="555851"/>
                    </a:lnTo>
                    <a:lnTo>
                      <a:pt x="925830" y="555851"/>
                    </a:lnTo>
                    <a:cubicBezTo>
                      <a:pt x="925830" y="555851"/>
                      <a:pt x="710089" y="165612"/>
                      <a:pt x="606647" y="33786"/>
                    </a:cubicBezTo>
                    <a:cubicBezTo>
                      <a:pt x="537686" y="-54130"/>
                      <a:pt x="168307" y="57312"/>
                      <a:pt x="168307" y="57312"/>
                    </a:cubicBezTo>
                    <a:close/>
                  </a:path>
                </a:pathLst>
              </a:custGeom>
              <a:solidFill>
                <a:schemeClr val="accent4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34" name="Google Shape;534;p32"/>
              <p:cNvGrpSpPr/>
              <p:nvPr/>
            </p:nvGrpSpPr>
            <p:grpSpPr>
              <a:xfrm>
                <a:off x="7418631" y="3726465"/>
                <a:ext cx="513883" cy="490632"/>
                <a:chOff x="7418631" y="3726465"/>
                <a:chExt cx="513883" cy="490632"/>
              </a:xfrm>
            </p:grpSpPr>
            <p:sp>
              <p:nvSpPr>
                <p:cNvPr id="535" name="Google Shape;535;p32"/>
                <p:cNvSpPr/>
                <p:nvPr/>
              </p:nvSpPr>
              <p:spPr>
                <a:xfrm>
                  <a:off x="7542275" y="3763422"/>
                  <a:ext cx="178498" cy="143156"/>
                </a:xfrm>
                <a:custGeom>
                  <a:rect b="b" l="l" r="r" t="t"/>
                  <a:pathLst>
                    <a:path extrusionOk="0" h="143156" w="178498">
                      <a:moveTo>
                        <a:pt x="0" y="0"/>
                      </a:moveTo>
                      <a:cubicBezTo>
                        <a:pt x="0" y="0"/>
                        <a:pt x="45625" y="158020"/>
                        <a:pt x="178498" y="142018"/>
                      </a:cubicBezTo>
                    </a:path>
                  </a:pathLst>
                </a:custGeom>
                <a:solidFill>
                  <a:schemeClr val="accent4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36" name="Google Shape;536;p32"/>
                <p:cNvSpPr/>
                <p:nvPr/>
              </p:nvSpPr>
              <p:spPr>
                <a:xfrm>
                  <a:off x="7615618" y="3726465"/>
                  <a:ext cx="316896" cy="490632"/>
                </a:xfrm>
                <a:custGeom>
                  <a:rect b="b" l="l" r="r" t="t"/>
                  <a:pathLst>
                    <a:path extrusionOk="0" h="490632" w="316896">
                      <a:moveTo>
                        <a:pt x="23908" y="0"/>
                      </a:moveTo>
                      <a:cubicBezTo>
                        <a:pt x="23908" y="0"/>
                        <a:pt x="272129" y="355663"/>
                        <a:pt x="316897" y="490633"/>
                      </a:cubicBezTo>
                      <a:lnTo>
                        <a:pt x="264223" y="490633"/>
                      </a:lnTo>
                      <a:cubicBezTo>
                        <a:pt x="264223" y="490633"/>
                        <a:pt x="42291" y="57340"/>
                        <a:pt x="0" y="18097"/>
                      </a:cubicBezTo>
                      <a:lnTo>
                        <a:pt x="23813" y="0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37" name="Google Shape;537;p32"/>
                <p:cNvSpPr/>
                <p:nvPr/>
              </p:nvSpPr>
              <p:spPr>
                <a:xfrm rot="-238763">
                  <a:off x="7425784" y="3955635"/>
                  <a:ext cx="60887" cy="214009"/>
                </a:xfrm>
                <a:custGeom>
                  <a:rect b="b" l="l" r="r" t="t"/>
                  <a:pathLst>
                    <a:path extrusionOk="0" h="262794" w="105635">
                      <a:moveTo>
                        <a:pt x="13719" y="0"/>
                      </a:moveTo>
                      <a:cubicBezTo>
                        <a:pt x="13719" y="0"/>
                        <a:pt x="-22857" y="160496"/>
                        <a:pt x="23435" y="262795"/>
                      </a:cubicBezTo>
                      <a:lnTo>
                        <a:pt x="105635" y="154115"/>
                      </a:lnTo>
                      <a:lnTo>
                        <a:pt x="13624" y="0"/>
                      </a:lnTo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538" name="Google Shape;538;p32"/>
            <p:cNvGrpSpPr/>
            <p:nvPr/>
          </p:nvGrpSpPr>
          <p:grpSpPr>
            <a:xfrm>
              <a:off x="6942296" y="2972808"/>
              <a:ext cx="758218" cy="915391"/>
              <a:chOff x="6942296" y="2972808"/>
              <a:chExt cx="758218" cy="915391"/>
            </a:xfrm>
          </p:grpSpPr>
          <p:sp>
            <p:nvSpPr>
              <p:cNvPr id="539" name="Google Shape;539;p32"/>
              <p:cNvSpPr/>
              <p:nvPr/>
            </p:nvSpPr>
            <p:spPr>
              <a:xfrm>
                <a:off x="6942296" y="2972808"/>
                <a:ext cx="758218" cy="915391"/>
              </a:xfrm>
              <a:custGeom>
                <a:rect b="b" l="l" r="r" t="t"/>
                <a:pathLst>
                  <a:path extrusionOk="0" h="915391" w="758218">
                    <a:moveTo>
                      <a:pt x="294608" y="289599"/>
                    </a:moveTo>
                    <a:cubicBezTo>
                      <a:pt x="294608" y="289599"/>
                      <a:pt x="377095" y="270073"/>
                      <a:pt x="389001" y="206636"/>
                    </a:cubicBezTo>
                    <a:lnTo>
                      <a:pt x="363855" y="38711"/>
                    </a:lnTo>
                    <a:cubicBezTo>
                      <a:pt x="363855" y="38711"/>
                      <a:pt x="540067" y="-10724"/>
                      <a:pt x="593788" y="2135"/>
                    </a:cubicBezTo>
                    <a:lnTo>
                      <a:pt x="613696" y="258453"/>
                    </a:lnTo>
                    <a:cubicBezTo>
                      <a:pt x="613696" y="258453"/>
                      <a:pt x="714661" y="646501"/>
                      <a:pt x="726853" y="695841"/>
                    </a:cubicBezTo>
                    <a:cubicBezTo>
                      <a:pt x="739045" y="745180"/>
                      <a:pt x="761524" y="751371"/>
                      <a:pt x="757809" y="768326"/>
                    </a:cubicBezTo>
                    <a:cubicBezTo>
                      <a:pt x="754094" y="785280"/>
                      <a:pt x="251079" y="915392"/>
                      <a:pt x="251079" y="915392"/>
                    </a:cubicBezTo>
                    <a:lnTo>
                      <a:pt x="221171" y="655359"/>
                    </a:lnTo>
                    <a:lnTo>
                      <a:pt x="190881" y="686601"/>
                    </a:lnTo>
                    <a:cubicBezTo>
                      <a:pt x="190881" y="686601"/>
                      <a:pt x="16954" y="577159"/>
                      <a:pt x="0" y="545536"/>
                    </a:cubicBezTo>
                    <a:cubicBezTo>
                      <a:pt x="0" y="545536"/>
                      <a:pt x="191548" y="300077"/>
                      <a:pt x="294608" y="289599"/>
                    </a:cubicBezTo>
                    <a:close/>
                  </a:path>
                </a:pathLst>
              </a:custGeom>
              <a:solidFill>
                <a:schemeClr val="dk2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0" name="Google Shape;540;p32"/>
              <p:cNvSpPr/>
              <p:nvPr/>
            </p:nvSpPr>
            <p:spPr>
              <a:xfrm>
                <a:off x="7106223" y="3548731"/>
                <a:ext cx="63998" cy="109088"/>
              </a:xfrm>
              <a:custGeom>
                <a:rect b="b" l="l" r="r" t="t"/>
                <a:pathLst>
                  <a:path extrusionOk="0" h="171118" w="63998">
                    <a:moveTo>
                      <a:pt x="57712" y="0"/>
                    </a:moveTo>
                    <a:cubicBezTo>
                      <a:pt x="57712" y="0"/>
                      <a:pt x="-2581" y="82201"/>
                      <a:pt x="86" y="146018"/>
                    </a:cubicBezTo>
                    <a:cubicBezTo>
                      <a:pt x="2753" y="209836"/>
                      <a:pt x="63999" y="131826"/>
                      <a:pt x="63999" y="131826"/>
                    </a:cubicBezTo>
                    <a:cubicBezTo>
                      <a:pt x="63999" y="131826"/>
                      <a:pt x="50187" y="29908"/>
                      <a:pt x="57712" y="0"/>
                    </a:cubicBezTo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41" name="Google Shape;541;p32"/>
            <p:cNvGrpSpPr/>
            <p:nvPr/>
          </p:nvGrpSpPr>
          <p:grpSpPr>
            <a:xfrm>
              <a:off x="6649296" y="5039966"/>
              <a:ext cx="509111" cy="210213"/>
              <a:chOff x="6649296" y="5039966"/>
              <a:chExt cx="509111" cy="210213"/>
            </a:xfrm>
          </p:grpSpPr>
          <p:sp>
            <p:nvSpPr>
              <p:cNvPr id="542" name="Google Shape;542;p32"/>
              <p:cNvSpPr/>
              <p:nvPr/>
            </p:nvSpPr>
            <p:spPr>
              <a:xfrm>
                <a:off x="6651305" y="5039966"/>
                <a:ext cx="507102" cy="200688"/>
              </a:xfrm>
              <a:custGeom>
                <a:rect b="b" l="l" r="r" t="t"/>
                <a:pathLst>
                  <a:path extrusionOk="0" h="200688" w="507102">
                    <a:moveTo>
                      <a:pt x="496350" y="59243"/>
                    </a:moveTo>
                    <a:cubicBezTo>
                      <a:pt x="494350" y="52385"/>
                      <a:pt x="485777" y="49908"/>
                      <a:pt x="480539" y="54766"/>
                    </a:cubicBezTo>
                    <a:cubicBezTo>
                      <a:pt x="465204" y="68958"/>
                      <a:pt x="435866" y="92009"/>
                      <a:pt x="407768" y="92009"/>
                    </a:cubicBezTo>
                    <a:cubicBezTo>
                      <a:pt x="375859" y="92009"/>
                      <a:pt x="341950" y="60195"/>
                      <a:pt x="343950" y="53718"/>
                    </a:cubicBezTo>
                    <a:cubicBezTo>
                      <a:pt x="350046" y="34573"/>
                      <a:pt x="338521" y="3045"/>
                      <a:pt x="318709" y="92"/>
                    </a:cubicBezTo>
                    <a:cubicBezTo>
                      <a:pt x="292515" y="-3813"/>
                      <a:pt x="154593" y="117155"/>
                      <a:pt x="61629" y="137347"/>
                    </a:cubicBezTo>
                    <a:lnTo>
                      <a:pt x="28673" y="148682"/>
                    </a:lnTo>
                    <a:cubicBezTo>
                      <a:pt x="11432" y="154588"/>
                      <a:pt x="-188" y="170876"/>
                      <a:pt x="2" y="189164"/>
                    </a:cubicBezTo>
                    <a:cubicBezTo>
                      <a:pt x="2" y="195641"/>
                      <a:pt x="5527" y="200689"/>
                      <a:pt x="12004" y="200689"/>
                    </a:cubicBezTo>
                    <a:lnTo>
                      <a:pt x="467680" y="200689"/>
                    </a:lnTo>
                    <a:cubicBezTo>
                      <a:pt x="483587" y="200689"/>
                      <a:pt x="497684" y="190116"/>
                      <a:pt x="501780" y="174686"/>
                    </a:cubicBezTo>
                    <a:cubicBezTo>
                      <a:pt x="507875" y="151540"/>
                      <a:pt x="511685" y="112964"/>
                      <a:pt x="496255" y="59243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3" name="Google Shape;543;p32"/>
              <p:cNvSpPr/>
              <p:nvPr/>
            </p:nvSpPr>
            <p:spPr>
              <a:xfrm>
                <a:off x="6649296" y="5201507"/>
                <a:ext cx="507443" cy="48672"/>
              </a:xfrm>
              <a:custGeom>
                <a:rect b="b" l="l" r="r" t="t"/>
                <a:pathLst>
                  <a:path extrusionOk="0" h="48672" w="507443">
                    <a:moveTo>
                      <a:pt x="2201" y="27622"/>
                    </a:moveTo>
                    <a:cubicBezTo>
                      <a:pt x="2201" y="27622"/>
                      <a:pt x="-2752" y="39053"/>
                      <a:pt x="2201" y="48673"/>
                    </a:cubicBezTo>
                    <a:lnTo>
                      <a:pt x="479880" y="48673"/>
                    </a:lnTo>
                    <a:cubicBezTo>
                      <a:pt x="487976" y="48673"/>
                      <a:pt x="495596" y="44387"/>
                      <a:pt x="499502" y="37338"/>
                    </a:cubicBezTo>
                    <a:cubicBezTo>
                      <a:pt x="504359" y="28480"/>
                      <a:pt x="509312" y="15145"/>
                      <a:pt x="506741" y="0"/>
                    </a:cubicBezTo>
                    <a:cubicBezTo>
                      <a:pt x="506741" y="0"/>
                      <a:pt x="415205" y="33052"/>
                      <a:pt x="2201" y="27622"/>
                    </a:cubicBezTo>
                    <a:close/>
                  </a:path>
                </a:pathLst>
              </a:custGeom>
              <a:solidFill>
                <a:schemeClr val="accent4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44" name="Google Shape;544;p32"/>
            <p:cNvSpPr/>
            <p:nvPr/>
          </p:nvSpPr>
          <p:spPr>
            <a:xfrm>
              <a:off x="7162756" y="3534251"/>
              <a:ext cx="3377" cy="94011"/>
            </a:xfrm>
            <a:custGeom>
              <a:rect b="b" l="l" r="r" t="t"/>
              <a:pathLst>
                <a:path extrusionOk="0" h="94011" w="3377">
                  <a:moveTo>
                    <a:pt x="3377" y="0"/>
                  </a:moveTo>
                  <a:cubicBezTo>
                    <a:pt x="3377" y="0"/>
                    <a:pt x="-1862" y="28289"/>
                    <a:pt x="710" y="94012"/>
                  </a:cubicBezTo>
                </a:path>
              </a:pathLst>
            </a:custGeom>
            <a:solidFill>
              <a:srgbClr val="FFFAE6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45" name="Google Shape;545;p32"/>
            <p:cNvGrpSpPr/>
            <p:nvPr/>
          </p:nvGrpSpPr>
          <p:grpSpPr>
            <a:xfrm>
              <a:off x="6891674" y="3500627"/>
              <a:ext cx="414208" cy="525440"/>
              <a:chOff x="6891674" y="3500627"/>
              <a:chExt cx="414208" cy="525440"/>
            </a:xfrm>
          </p:grpSpPr>
          <p:sp>
            <p:nvSpPr>
              <p:cNvPr id="546" name="Google Shape;546;p32"/>
              <p:cNvSpPr/>
              <p:nvPr/>
            </p:nvSpPr>
            <p:spPr>
              <a:xfrm>
                <a:off x="6891674" y="3500627"/>
                <a:ext cx="414208" cy="525440"/>
              </a:xfrm>
              <a:custGeom>
                <a:rect b="b" l="l" r="r" t="t"/>
                <a:pathLst>
                  <a:path extrusionOk="0" h="525440" w="414208">
                    <a:moveTo>
                      <a:pt x="80150" y="191"/>
                    </a:moveTo>
                    <a:lnTo>
                      <a:pt x="29000" y="72962"/>
                    </a:lnTo>
                    <a:cubicBezTo>
                      <a:pt x="-18911" y="134493"/>
                      <a:pt x="-6052" y="223552"/>
                      <a:pt x="57194" y="269081"/>
                    </a:cubicBezTo>
                    <a:lnTo>
                      <a:pt x="256362" y="431863"/>
                    </a:lnTo>
                    <a:cubicBezTo>
                      <a:pt x="256362" y="431863"/>
                      <a:pt x="298558" y="480917"/>
                      <a:pt x="323894" y="496062"/>
                    </a:cubicBezTo>
                    <a:cubicBezTo>
                      <a:pt x="345326" y="508826"/>
                      <a:pt x="354279" y="528923"/>
                      <a:pt x="363518" y="524923"/>
                    </a:cubicBezTo>
                    <a:cubicBezTo>
                      <a:pt x="372758" y="520922"/>
                      <a:pt x="343992" y="476345"/>
                      <a:pt x="343992" y="476345"/>
                    </a:cubicBezTo>
                    <a:cubicBezTo>
                      <a:pt x="343992" y="476345"/>
                      <a:pt x="379044" y="505396"/>
                      <a:pt x="387712" y="497491"/>
                    </a:cubicBezTo>
                    <a:cubicBezTo>
                      <a:pt x="396379" y="489585"/>
                      <a:pt x="356279" y="442246"/>
                      <a:pt x="356279" y="442246"/>
                    </a:cubicBezTo>
                    <a:cubicBezTo>
                      <a:pt x="356279" y="442246"/>
                      <a:pt x="397427" y="470345"/>
                      <a:pt x="404952" y="463201"/>
                    </a:cubicBezTo>
                    <a:cubicBezTo>
                      <a:pt x="412477" y="456152"/>
                      <a:pt x="374758" y="414909"/>
                      <a:pt x="374758" y="414909"/>
                    </a:cubicBezTo>
                    <a:cubicBezTo>
                      <a:pt x="374758" y="414909"/>
                      <a:pt x="406476" y="416814"/>
                      <a:pt x="413810" y="408432"/>
                    </a:cubicBezTo>
                    <a:cubicBezTo>
                      <a:pt x="421144" y="400050"/>
                      <a:pt x="324752" y="357569"/>
                      <a:pt x="324752" y="357569"/>
                    </a:cubicBezTo>
                    <a:lnTo>
                      <a:pt x="214547" y="185071"/>
                    </a:lnTo>
                    <a:lnTo>
                      <a:pt x="241408" y="158687"/>
                    </a:lnTo>
                    <a:lnTo>
                      <a:pt x="80054" y="0"/>
                    </a:lnTo>
                    <a:close/>
                  </a:path>
                </a:pathLst>
              </a:custGeom>
              <a:solidFill>
                <a:srgbClr val="9E4E27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47" name="Google Shape;547;p32"/>
              <p:cNvSpPr/>
              <p:nvPr/>
            </p:nvSpPr>
            <p:spPr>
              <a:xfrm>
                <a:off x="7078218" y="3657695"/>
                <a:ext cx="28098" cy="28098"/>
              </a:xfrm>
              <a:custGeom>
                <a:rect b="b" l="l" r="r" t="t"/>
                <a:pathLst>
                  <a:path extrusionOk="0" h="28098" w="28098">
                    <a:moveTo>
                      <a:pt x="28099" y="28099"/>
                    </a:moveTo>
                    <a:lnTo>
                      <a:pt x="0" y="0"/>
                    </a:lnTo>
                  </a:path>
                </a:pathLst>
              </a:custGeom>
              <a:noFill/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48" name="Google Shape;548;p32"/>
            <p:cNvSpPr/>
            <p:nvPr/>
          </p:nvSpPr>
          <p:spPr>
            <a:xfrm>
              <a:off x="6929913" y="3482054"/>
              <a:ext cx="223266" cy="196024"/>
            </a:xfrm>
            <a:custGeom>
              <a:rect b="b" l="l" r="r" t="t"/>
              <a:pathLst>
                <a:path extrusionOk="0" h="196024" w="223266">
                  <a:moveTo>
                    <a:pt x="29623" y="95"/>
                  </a:moveTo>
                  <a:cubicBezTo>
                    <a:pt x="29623" y="95"/>
                    <a:pt x="199073" y="150400"/>
                    <a:pt x="223266" y="168116"/>
                  </a:cubicBezTo>
                  <a:lnTo>
                    <a:pt x="201263" y="196024"/>
                  </a:lnTo>
                  <a:cubicBezTo>
                    <a:pt x="201263" y="196024"/>
                    <a:pt x="22003" y="79629"/>
                    <a:pt x="0" y="37719"/>
                  </a:cubicBezTo>
                  <a:lnTo>
                    <a:pt x="29623" y="0"/>
                  </a:lnTo>
                  <a:close/>
                </a:path>
              </a:pathLst>
            </a:custGeom>
            <a:solidFill>
              <a:schemeClr val="accent4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49" name="Google Shape;549;p32"/>
            <p:cNvSpPr/>
            <p:nvPr/>
          </p:nvSpPr>
          <p:spPr>
            <a:xfrm>
              <a:off x="7296816" y="2964465"/>
              <a:ext cx="249935" cy="72675"/>
            </a:xfrm>
            <a:custGeom>
              <a:rect b="b" l="l" r="r" t="t"/>
              <a:pathLst>
                <a:path extrusionOk="0" h="72675" w="249935">
                  <a:moveTo>
                    <a:pt x="0" y="40100"/>
                  </a:moveTo>
                  <a:lnTo>
                    <a:pt x="7239" y="72676"/>
                  </a:lnTo>
                  <a:cubicBezTo>
                    <a:pt x="7239" y="72676"/>
                    <a:pt x="161163" y="36576"/>
                    <a:pt x="249936" y="41339"/>
                  </a:cubicBezTo>
                  <a:lnTo>
                    <a:pt x="246031" y="0"/>
                  </a:lnTo>
                  <a:cubicBezTo>
                    <a:pt x="246031" y="0"/>
                    <a:pt x="58960" y="11716"/>
                    <a:pt x="0" y="40005"/>
                  </a:cubicBezTo>
                  <a:close/>
                </a:path>
              </a:pathLst>
            </a:custGeom>
            <a:solidFill>
              <a:schemeClr val="accent4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0" name="Google Shape;550;p32"/>
            <p:cNvSpPr/>
            <p:nvPr/>
          </p:nvSpPr>
          <p:spPr>
            <a:xfrm>
              <a:off x="7431786" y="3964686"/>
              <a:ext cx="45815" cy="85343"/>
            </a:xfrm>
            <a:custGeom>
              <a:rect b="b" l="l" r="r" t="t"/>
              <a:pathLst>
                <a:path extrusionOk="0" h="85343" w="45815">
                  <a:moveTo>
                    <a:pt x="45815" y="85344"/>
                  </a:moveTo>
                  <a:lnTo>
                    <a:pt x="0" y="0"/>
                  </a:lnTo>
                </a:path>
              </a:pathLst>
            </a:custGeom>
            <a:noFill/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51" name="Google Shape;551;p32"/>
            <p:cNvSpPr/>
            <p:nvPr/>
          </p:nvSpPr>
          <p:spPr>
            <a:xfrm>
              <a:off x="7026306" y="3013329"/>
              <a:ext cx="163925" cy="138207"/>
            </a:xfrm>
            <a:custGeom>
              <a:rect b="b" l="l" r="r" t="t"/>
              <a:pathLst>
                <a:path extrusionOk="0" h="138207" w="163925">
                  <a:moveTo>
                    <a:pt x="23050" y="138113"/>
                  </a:moveTo>
                  <a:lnTo>
                    <a:pt x="55912" y="106871"/>
                  </a:lnTo>
                  <a:cubicBezTo>
                    <a:pt x="62293" y="100870"/>
                    <a:pt x="65913" y="92392"/>
                    <a:pt x="65913" y="83629"/>
                  </a:cubicBezTo>
                  <a:lnTo>
                    <a:pt x="65913" y="58293"/>
                  </a:lnTo>
                  <a:lnTo>
                    <a:pt x="78962" y="64008"/>
                  </a:lnTo>
                  <a:cubicBezTo>
                    <a:pt x="89821" y="68771"/>
                    <a:pt x="102394" y="67056"/>
                    <a:pt x="111728" y="59722"/>
                  </a:cubicBezTo>
                  <a:lnTo>
                    <a:pt x="163925" y="18193"/>
                  </a:lnTo>
                  <a:lnTo>
                    <a:pt x="79343" y="0"/>
                  </a:lnTo>
                  <a:lnTo>
                    <a:pt x="6572" y="41434"/>
                  </a:lnTo>
                  <a:lnTo>
                    <a:pt x="0" y="78105"/>
                  </a:lnTo>
                  <a:lnTo>
                    <a:pt x="23146" y="138208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5" name="Shape 5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6" name="Google Shape;556;p33"/>
          <p:cNvSpPr txBox="1"/>
          <p:nvPr>
            <p:ph type="title"/>
          </p:nvPr>
        </p:nvSpPr>
        <p:spPr>
          <a:xfrm>
            <a:off x="363775" y="313388"/>
            <a:ext cx="5067600" cy="8499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Role of PE</a:t>
            </a:r>
            <a:endParaRPr/>
          </a:p>
        </p:txBody>
      </p:sp>
      <p:sp>
        <p:nvSpPr>
          <p:cNvPr id="557" name="Google Shape;557;p33"/>
          <p:cNvSpPr txBox="1"/>
          <p:nvPr>
            <p:ph idx="1" type="subTitle"/>
          </p:nvPr>
        </p:nvSpPr>
        <p:spPr>
          <a:xfrm>
            <a:off x="363775" y="1267000"/>
            <a:ext cx="4528500" cy="306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Cornerstone of general education and youth development</a:t>
            </a:r>
            <a:endParaRPr/>
          </a:p>
          <a:p>
            <a:pPr indent="-317500" lvl="1" marL="9144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Physical activity is key to mental and physical health</a:t>
            </a:r>
            <a:endParaRPr/>
          </a:p>
          <a:p>
            <a:pPr indent="-317500" lvl="2" marL="1371600" rtl="0" algn="ctr">
              <a:spcBef>
                <a:spcPts val="0"/>
              </a:spcBef>
              <a:spcAft>
                <a:spcPts val="0"/>
              </a:spcAft>
              <a:buSzPts val="1400"/>
              <a:buChar char="■"/>
            </a:pPr>
            <a:r>
              <a:rPr lang="en"/>
              <a:t>&gt;= 1hr a day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PE exists across K-12 and college</a:t>
            </a:r>
            <a:endParaRPr/>
          </a:p>
          <a:p>
            <a:pPr indent="-317500" lvl="1" marL="9144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Cirriculum becomes more complex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grpSp>
        <p:nvGrpSpPr>
          <p:cNvPr id="558" name="Google Shape;558;p33"/>
          <p:cNvGrpSpPr/>
          <p:nvPr/>
        </p:nvGrpSpPr>
        <p:grpSpPr>
          <a:xfrm>
            <a:off x="5313200" y="1714597"/>
            <a:ext cx="3773773" cy="2878845"/>
            <a:chOff x="4157091" y="2293429"/>
            <a:chExt cx="4225003" cy="3223069"/>
          </a:xfrm>
        </p:grpSpPr>
        <p:sp>
          <p:nvSpPr>
            <p:cNvPr id="559" name="Google Shape;559;p33"/>
            <p:cNvSpPr/>
            <p:nvPr/>
          </p:nvSpPr>
          <p:spPr>
            <a:xfrm>
              <a:off x="5738907" y="2293429"/>
              <a:ext cx="1061370" cy="3223069"/>
            </a:xfrm>
            <a:custGeom>
              <a:rect b="b" l="l" r="r" t="t"/>
              <a:pathLst>
                <a:path extrusionOk="0" h="3223069" w="1061370">
                  <a:moveTo>
                    <a:pt x="957929" y="0"/>
                  </a:moveTo>
                  <a:lnTo>
                    <a:pt x="957929" y="200882"/>
                  </a:lnTo>
                  <a:lnTo>
                    <a:pt x="103441" y="200882"/>
                  </a:lnTo>
                  <a:lnTo>
                    <a:pt x="103441" y="0"/>
                  </a:lnTo>
                  <a:lnTo>
                    <a:pt x="0" y="0"/>
                  </a:lnTo>
                  <a:lnTo>
                    <a:pt x="0" y="3223069"/>
                  </a:lnTo>
                  <a:lnTo>
                    <a:pt x="103441" y="3223069"/>
                  </a:lnTo>
                  <a:lnTo>
                    <a:pt x="103441" y="3027712"/>
                  </a:lnTo>
                  <a:lnTo>
                    <a:pt x="957929" y="3027712"/>
                  </a:lnTo>
                  <a:lnTo>
                    <a:pt x="957929" y="3223069"/>
                  </a:lnTo>
                  <a:lnTo>
                    <a:pt x="1061371" y="3223069"/>
                  </a:lnTo>
                  <a:lnTo>
                    <a:pt x="1061371" y="0"/>
                  </a:lnTo>
                  <a:lnTo>
                    <a:pt x="957929" y="0"/>
                  </a:lnTo>
                  <a:close/>
                  <a:moveTo>
                    <a:pt x="957929" y="288036"/>
                  </a:moveTo>
                  <a:lnTo>
                    <a:pt x="957929" y="505301"/>
                  </a:lnTo>
                  <a:lnTo>
                    <a:pt x="103441" y="505301"/>
                  </a:lnTo>
                  <a:lnTo>
                    <a:pt x="103441" y="288036"/>
                  </a:lnTo>
                  <a:lnTo>
                    <a:pt x="957929" y="288036"/>
                  </a:lnTo>
                  <a:close/>
                  <a:moveTo>
                    <a:pt x="103441" y="2331720"/>
                  </a:moveTo>
                  <a:lnTo>
                    <a:pt x="103441" y="2114455"/>
                  </a:lnTo>
                  <a:lnTo>
                    <a:pt x="957929" y="2114455"/>
                  </a:lnTo>
                  <a:lnTo>
                    <a:pt x="957929" y="2331720"/>
                  </a:lnTo>
                  <a:lnTo>
                    <a:pt x="103441" y="2331720"/>
                  </a:lnTo>
                  <a:close/>
                  <a:moveTo>
                    <a:pt x="957929" y="2418874"/>
                  </a:moveTo>
                  <a:lnTo>
                    <a:pt x="957929" y="2636139"/>
                  </a:lnTo>
                  <a:lnTo>
                    <a:pt x="103441" y="2636139"/>
                  </a:lnTo>
                  <a:lnTo>
                    <a:pt x="103441" y="2418874"/>
                  </a:lnTo>
                  <a:lnTo>
                    <a:pt x="957929" y="2418874"/>
                  </a:lnTo>
                  <a:close/>
                  <a:moveTo>
                    <a:pt x="103441" y="2027301"/>
                  </a:moveTo>
                  <a:lnTo>
                    <a:pt x="103441" y="1810036"/>
                  </a:lnTo>
                  <a:lnTo>
                    <a:pt x="957929" y="1810036"/>
                  </a:lnTo>
                  <a:lnTo>
                    <a:pt x="957929" y="2027301"/>
                  </a:lnTo>
                  <a:lnTo>
                    <a:pt x="103441" y="2027301"/>
                  </a:lnTo>
                  <a:close/>
                  <a:moveTo>
                    <a:pt x="103441" y="1722882"/>
                  </a:moveTo>
                  <a:lnTo>
                    <a:pt x="103441" y="1505617"/>
                  </a:lnTo>
                  <a:lnTo>
                    <a:pt x="957929" y="1505617"/>
                  </a:lnTo>
                  <a:lnTo>
                    <a:pt x="957929" y="1722882"/>
                  </a:lnTo>
                  <a:lnTo>
                    <a:pt x="103441" y="1722882"/>
                  </a:lnTo>
                  <a:close/>
                  <a:moveTo>
                    <a:pt x="103441" y="1418463"/>
                  </a:moveTo>
                  <a:lnTo>
                    <a:pt x="103441" y="1201198"/>
                  </a:lnTo>
                  <a:lnTo>
                    <a:pt x="957929" y="1201198"/>
                  </a:lnTo>
                  <a:lnTo>
                    <a:pt x="957929" y="1418463"/>
                  </a:lnTo>
                  <a:lnTo>
                    <a:pt x="103441" y="1418463"/>
                  </a:lnTo>
                  <a:close/>
                  <a:moveTo>
                    <a:pt x="103441" y="1114044"/>
                  </a:moveTo>
                  <a:lnTo>
                    <a:pt x="103441" y="896779"/>
                  </a:lnTo>
                  <a:lnTo>
                    <a:pt x="957929" y="896779"/>
                  </a:lnTo>
                  <a:lnTo>
                    <a:pt x="957929" y="1114044"/>
                  </a:lnTo>
                  <a:lnTo>
                    <a:pt x="103441" y="1114044"/>
                  </a:lnTo>
                  <a:close/>
                  <a:moveTo>
                    <a:pt x="103441" y="809625"/>
                  </a:moveTo>
                  <a:lnTo>
                    <a:pt x="103441" y="592360"/>
                  </a:lnTo>
                  <a:lnTo>
                    <a:pt x="957929" y="592360"/>
                  </a:lnTo>
                  <a:lnTo>
                    <a:pt x="957929" y="809625"/>
                  </a:lnTo>
                  <a:lnTo>
                    <a:pt x="103441" y="809625"/>
                  </a:lnTo>
                  <a:close/>
                  <a:moveTo>
                    <a:pt x="103441" y="2940463"/>
                  </a:moveTo>
                  <a:lnTo>
                    <a:pt x="103441" y="2723198"/>
                  </a:lnTo>
                  <a:lnTo>
                    <a:pt x="957929" y="2723198"/>
                  </a:lnTo>
                  <a:lnTo>
                    <a:pt x="957929" y="2940463"/>
                  </a:lnTo>
                  <a:lnTo>
                    <a:pt x="103441" y="2940463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0" name="Google Shape;560;p33"/>
            <p:cNvSpPr/>
            <p:nvPr/>
          </p:nvSpPr>
          <p:spPr>
            <a:xfrm>
              <a:off x="4157091" y="2293429"/>
              <a:ext cx="1061370" cy="3223069"/>
            </a:xfrm>
            <a:custGeom>
              <a:rect b="b" l="l" r="r" t="t"/>
              <a:pathLst>
                <a:path extrusionOk="0" h="3223069" w="1061370">
                  <a:moveTo>
                    <a:pt x="957929" y="0"/>
                  </a:moveTo>
                  <a:lnTo>
                    <a:pt x="957929" y="200882"/>
                  </a:lnTo>
                  <a:lnTo>
                    <a:pt x="103442" y="200882"/>
                  </a:lnTo>
                  <a:lnTo>
                    <a:pt x="103442" y="0"/>
                  </a:lnTo>
                  <a:lnTo>
                    <a:pt x="0" y="0"/>
                  </a:lnTo>
                  <a:lnTo>
                    <a:pt x="0" y="3223069"/>
                  </a:lnTo>
                  <a:lnTo>
                    <a:pt x="103442" y="3223069"/>
                  </a:lnTo>
                  <a:lnTo>
                    <a:pt x="103442" y="3027712"/>
                  </a:lnTo>
                  <a:lnTo>
                    <a:pt x="957929" y="3027712"/>
                  </a:lnTo>
                  <a:lnTo>
                    <a:pt x="957929" y="3223069"/>
                  </a:lnTo>
                  <a:lnTo>
                    <a:pt x="1061371" y="3223069"/>
                  </a:lnTo>
                  <a:lnTo>
                    <a:pt x="1061371" y="0"/>
                  </a:lnTo>
                  <a:lnTo>
                    <a:pt x="957929" y="0"/>
                  </a:lnTo>
                  <a:close/>
                  <a:moveTo>
                    <a:pt x="957929" y="288036"/>
                  </a:moveTo>
                  <a:lnTo>
                    <a:pt x="957929" y="505301"/>
                  </a:lnTo>
                  <a:lnTo>
                    <a:pt x="103442" y="505301"/>
                  </a:lnTo>
                  <a:lnTo>
                    <a:pt x="103442" y="288036"/>
                  </a:lnTo>
                  <a:lnTo>
                    <a:pt x="957929" y="288036"/>
                  </a:lnTo>
                  <a:close/>
                  <a:moveTo>
                    <a:pt x="103442" y="2331720"/>
                  </a:moveTo>
                  <a:lnTo>
                    <a:pt x="103442" y="2114455"/>
                  </a:lnTo>
                  <a:lnTo>
                    <a:pt x="957929" y="2114455"/>
                  </a:lnTo>
                  <a:lnTo>
                    <a:pt x="957929" y="2331720"/>
                  </a:lnTo>
                  <a:lnTo>
                    <a:pt x="103442" y="2331720"/>
                  </a:lnTo>
                  <a:close/>
                  <a:moveTo>
                    <a:pt x="957929" y="2418874"/>
                  </a:moveTo>
                  <a:lnTo>
                    <a:pt x="957929" y="2636139"/>
                  </a:lnTo>
                  <a:lnTo>
                    <a:pt x="103442" y="2636139"/>
                  </a:lnTo>
                  <a:lnTo>
                    <a:pt x="103442" y="2418874"/>
                  </a:lnTo>
                  <a:lnTo>
                    <a:pt x="957929" y="2418874"/>
                  </a:lnTo>
                  <a:close/>
                  <a:moveTo>
                    <a:pt x="103442" y="2027301"/>
                  </a:moveTo>
                  <a:lnTo>
                    <a:pt x="103442" y="1810036"/>
                  </a:lnTo>
                  <a:lnTo>
                    <a:pt x="957929" y="1810036"/>
                  </a:lnTo>
                  <a:lnTo>
                    <a:pt x="957929" y="2027301"/>
                  </a:lnTo>
                  <a:lnTo>
                    <a:pt x="103442" y="2027301"/>
                  </a:lnTo>
                  <a:close/>
                  <a:moveTo>
                    <a:pt x="103442" y="1722882"/>
                  </a:moveTo>
                  <a:lnTo>
                    <a:pt x="103442" y="1505617"/>
                  </a:lnTo>
                  <a:lnTo>
                    <a:pt x="957929" y="1505617"/>
                  </a:lnTo>
                  <a:lnTo>
                    <a:pt x="957929" y="1722882"/>
                  </a:lnTo>
                  <a:lnTo>
                    <a:pt x="103442" y="1722882"/>
                  </a:lnTo>
                  <a:close/>
                  <a:moveTo>
                    <a:pt x="103442" y="1418463"/>
                  </a:moveTo>
                  <a:lnTo>
                    <a:pt x="103442" y="1201198"/>
                  </a:lnTo>
                  <a:lnTo>
                    <a:pt x="957929" y="1201198"/>
                  </a:lnTo>
                  <a:lnTo>
                    <a:pt x="957929" y="1418463"/>
                  </a:lnTo>
                  <a:lnTo>
                    <a:pt x="103442" y="1418463"/>
                  </a:lnTo>
                  <a:close/>
                  <a:moveTo>
                    <a:pt x="103442" y="1114044"/>
                  </a:moveTo>
                  <a:lnTo>
                    <a:pt x="103442" y="896779"/>
                  </a:lnTo>
                  <a:lnTo>
                    <a:pt x="957929" y="896779"/>
                  </a:lnTo>
                  <a:lnTo>
                    <a:pt x="957929" y="1114044"/>
                  </a:lnTo>
                  <a:lnTo>
                    <a:pt x="103442" y="1114044"/>
                  </a:lnTo>
                  <a:close/>
                  <a:moveTo>
                    <a:pt x="103442" y="809625"/>
                  </a:moveTo>
                  <a:lnTo>
                    <a:pt x="103442" y="592360"/>
                  </a:lnTo>
                  <a:lnTo>
                    <a:pt x="957929" y="592360"/>
                  </a:lnTo>
                  <a:lnTo>
                    <a:pt x="957929" y="809625"/>
                  </a:lnTo>
                  <a:lnTo>
                    <a:pt x="103442" y="809625"/>
                  </a:lnTo>
                  <a:close/>
                  <a:moveTo>
                    <a:pt x="103442" y="2940463"/>
                  </a:moveTo>
                  <a:lnTo>
                    <a:pt x="103442" y="2723198"/>
                  </a:lnTo>
                  <a:lnTo>
                    <a:pt x="957929" y="2723198"/>
                  </a:lnTo>
                  <a:lnTo>
                    <a:pt x="957929" y="2940463"/>
                  </a:lnTo>
                  <a:lnTo>
                    <a:pt x="103442" y="2940463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1" name="Google Shape;561;p33"/>
            <p:cNvSpPr/>
            <p:nvPr/>
          </p:nvSpPr>
          <p:spPr>
            <a:xfrm>
              <a:off x="7320724" y="2293429"/>
              <a:ext cx="1061370" cy="3223069"/>
            </a:xfrm>
            <a:custGeom>
              <a:rect b="b" l="l" r="r" t="t"/>
              <a:pathLst>
                <a:path extrusionOk="0" h="3223069" w="1061370">
                  <a:moveTo>
                    <a:pt x="957930" y="0"/>
                  </a:moveTo>
                  <a:lnTo>
                    <a:pt x="957930" y="200882"/>
                  </a:lnTo>
                  <a:lnTo>
                    <a:pt x="103442" y="200882"/>
                  </a:lnTo>
                  <a:lnTo>
                    <a:pt x="103442" y="0"/>
                  </a:lnTo>
                  <a:lnTo>
                    <a:pt x="0" y="0"/>
                  </a:lnTo>
                  <a:lnTo>
                    <a:pt x="0" y="3223069"/>
                  </a:lnTo>
                  <a:lnTo>
                    <a:pt x="103442" y="3223069"/>
                  </a:lnTo>
                  <a:lnTo>
                    <a:pt x="103442" y="3027712"/>
                  </a:lnTo>
                  <a:lnTo>
                    <a:pt x="957930" y="3027712"/>
                  </a:lnTo>
                  <a:lnTo>
                    <a:pt x="957930" y="3223069"/>
                  </a:lnTo>
                  <a:lnTo>
                    <a:pt x="1061371" y="3223069"/>
                  </a:lnTo>
                  <a:lnTo>
                    <a:pt x="1061371" y="0"/>
                  </a:lnTo>
                  <a:lnTo>
                    <a:pt x="957930" y="0"/>
                  </a:lnTo>
                  <a:close/>
                  <a:moveTo>
                    <a:pt x="957930" y="288036"/>
                  </a:moveTo>
                  <a:lnTo>
                    <a:pt x="957930" y="505301"/>
                  </a:lnTo>
                  <a:lnTo>
                    <a:pt x="103442" y="505301"/>
                  </a:lnTo>
                  <a:lnTo>
                    <a:pt x="103442" y="288036"/>
                  </a:lnTo>
                  <a:lnTo>
                    <a:pt x="957930" y="288036"/>
                  </a:lnTo>
                  <a:close/>
                  <a:moveTo>
                    <a:pt x="103442" y="2331720"/>
                  </a:moveTo>
                  <a:lnTo>
                    <a:pt x="103442" y="2114455"/>
                  </a:lnTo>
                  <a:lnTo>
                    <a:pt x="957930" y="2114455"/>
                  </a:lnTo>
                  <a:lnTo>
                    <a:pt x="957930" y="2331720"/>
                  </a:lnTo>
                  <a:lnTo>
                    <a:pt x="103442" y="2331720"/>
                  </a:lnTo>
                  <a:close/>
                  <a:moveTo>
                    <a:pt x="957930" y="2418874"/>
                  </a:moveTo>
                  <a:lnTo>
                    <a:pt x="957930" y="2636139"/>
                  </a:lnTo>
                  <a:lnTo>
                    <a:pt x="103442" y="2636139"/>
                  </a:lnTo>
                  <a:lnTo>
                    <a:pt x="103442" y="2418874"/>
                  </a:lnTo>
                  <a:lnTo>
                    <a:pt x="957930" y="2418874"/>
                  </a:lnTo>
                  <a:close/>
                  <a:moveTo>
                    <a:pt x="103442" y="2027301"/>
                  </a:moveTo>
                  <a:lnTo>
                    <a:pt x="103442" y="1810036"/>
                  </a:lnTo>
                  <a:lnTo>
                    <a:pt x="957930" y="1810036"/>
                  </a:lnTo>
                  <a:lnTo>
                    <a:pt x="957930" y="2027301"/>
                  </a:lnTo>
                  <a:lnTo>
                    <a:pt x="103442" y="2027301"/>
                  </a:lnTo>
                  <a:close/>
                  <a:moveTo>
                    <a:pt x="103442" y="1722882"/>
                  </a:moveTo>
                  <a:lnTo>
                    <a:pt x="103442" y="1505617"/>
                  </a:lnTo>
                  <a:lnTo>
                    <a:pt x="957930" y="1505617"/>
                  </a:lnTo>
                  <a:lnTo>
                    <a:pt x="957930" y="1722882"/>
                  </a:lnTo>
                  <a:lnTo>
                    <a:pt x="103442" y="1722882"/>
                  </a:lnTo>
                  <a:close/>
                  <a:moveTo>
                    <a:pt x="103442" y="1418463"/>
                  </a:moveTo>
                  <a:lnTo>
                    <a:pt x="103442" y="1201198"/>
                  </a:lnTo>
                  <a:lnTo>
                    <a:pt x="957930" y="1201198"/>
                  </a:lnTo>
                  <a:lnTo>
                    <a:pt x="957930" y="1418463"/>
                  </a:lnTo>
                  <a:lnTo>
                    <a:pt x="103442" y="1418463"/>
                  </a:lnTo>
                  <a:close/>
                  <a:moveTo>
                    <a:pt x="103442" y="1114044"/>
                  </a:moveTo>
                  <a:lnTo>
                    <a:pt x="103442" y="896779"/>
                  </a:lnTo>
                  <a:lnTo>
                    <a:pt x="957930" y="896779"/>
                  </a:lnTo>
                  <a:lnTo>
                    <a:pt x="957930" y="1114044"/>
                  </a:lnTo>
                  <a:lnTo>
                    <a:pt x="103442" y="1114044"/>
                  </a:lnTo>
                  <a:close/>
                  <a:moveTo>
                    <a:pt x="103442" y="809625"/>
                  </a:moveTo>
                  <a:lnTo>
                    <a:pt x="103442" y="592360"/>
                  </a:lnTo>
                  <a:lnTo>
                    <a:pt x="957930" y="592360"/>
                  </a:lnTo>
                  <a:lnTo>
                    <a:pt x="957930" y="809625"/>
                  </a:lnTo>
                  <a:lnTo>
                    <a:pt x="103442" y="809625"/>
                  </a:lnTo>
                  <a:close/>
                  <a:moveTo>
                    <a:pt x="103442" y="2940463"/>
                  </a:moveTo>
                  <a:lnTo>
                    <a:pt x="103442" y="2723198"/>
                  </a:lnTo>
                  <a:lnTo>
                    <a:pt x="957930" y="2723198"/>
                  </a:lnTo>
                  <a:lnTo>
                    <a:pt x="957930" y="2940463"/>
                  </a:lnTo>
                  <a:lnTo>
                    <a:pt x="103442" y="2940463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562" name="Google Shape;562;p33"/>
          <p:cNvGrpSpPr/>
          <p:nvPr/>
        </p:nvGrpSpPr>
        <p:grpSpPr>
          <a:xfrm>
            <a:off x="5554517" y="2072969"/>
            <a:ext cx="1302032" cy="2522855"/>
            <a:chOff x="4427262" y="2694652"/>
            <a:chExt cx="1457716" cy="2824513"/>
          </a:xfrm>
        </p:grpSpPr>
        <p:grpSp>
          <p:nvGrpSpPr>
            <p:cNvPr id="563" name="Google Shape;563;p33"/>
            <p:cNvGrpSpPr/>
            <p:nvPr/>
          </p:nvGrpSpPr>
          <p:grpSpPr>
            <a:xfrm>
              <a:off x="4953515" y="2729339"/>
              <a:ext cx="312762" cy="831391"/>
              <a:chOff x="4953515" y="2729339"/>
              <a:chExt cx="312762" cy="831391"/>
            </a:xfrm>
          </p:grpSpPr>
          <p:sp>
            <p:nvSpPr>
              <p:cNvPr id="564" name="Google Shape;564;p33"/>
              <p:cNvSpPr/>
              <p:nvPr/>
            </p:nvSpPr>
            <p:spPr>
              <a:xfrm>
                <a:off x="4953515" y="2729339"/>
                <a:ext cx="312762" cy="831391"/>
              </a:xfrm>
              <a:custGeom>
                <a:rect b="b" l="l" r="r" t="t"/>
                <a:pathLst>
                  <a:path extrusionOk="0" h="831391" w="312762">
                    <a:moveTo>
                      <a:pt x="125120" y="128732"/>
                    </a:moveTo>
                    <a:cubicBezTo>
                      <a:pt x="136073" y="91013"/>
                      <a:pt x="161410" y="86822"/>
                      <a:pt x="161410" y="86822"/>
                    </a:cubicBezTo>
                    <a:cubicBezTo>
                      <a:pt x="161410" y="86822"/>
                      <a:pt x="178174" y="32434"/>
                      <a:pt x="192080" y="32815"/>
                    </a:cubicBezTo>
                    <a:cubicBezTo>
                      <a:pt x="205987" y="33196"/>
                      <a:pt x="193128" y="99681"/>
                      <a:pt x="193128" y="99681"/>
                    </a:cubicBezTo>
                    <a:cubicBezTo>
                      <a:pt x="193128" y="99681"/>
                      <a:pt x="197319" y="139019"/>
                      <a:pt x="162172" y="188359"/>
                    </a:cubicBezTo>
                    <a:lnTo>
                      <a:pt x="183889" y="491444"/>
                    </a:lnTo>
                    <a:lnTo>
                      <a:pt x="312762" y="722044"/>
                    </a:lnTo>
                    <a:lnTo>
                      <a:pt x="125596" y="831391"/>
                    </a:lnTo>
                    <a:lnTo>
                      <a:pt x="13677" y="593647"/>
                    </a:lnTo>
                    <a:cubicBezTo>
                      <a:pt x="437" y="565549"/>
                      <a:pt x="-3277" y="533926"/>
                      <a:pt x="2914" y="503445"/>
                    </a:cubicBezTo>
                    <a:lnTo>
                      <a:pt x="72637" y="164832"/>
                    </a:lnTo>
                    <a:cubicBezTo>
                      <a:pt x="67970" y="155497"/>
                      <a:pt x="79209" y="106729"/>
                      <a:pt x="79209" y="106729"/>
                    </a:cubicBezTo>
                    <a:cubicBezTo>
                      <a:pt x="79209" y="106729"/>
                      <a:pt x="41776" y="54913"/>
                      <a:pt x="48729" y="48246"/>
                    </a:cubicBezTo>
                    <a:cubicBezTo>
                      <a:pt x="55682" y="41673"/>
                      <a:pt x="97021" y="91489"/>
                      <a:pt x="97021" y="91489"/>
                    </a:cubicBezTo>
                    <a:cubicBezTo>
                      <a:pt x="97021" y="91489"/>
                      <a:pt x="76066" y="23290"/>
                      <a:pt x="85305" y="18814"/>
                    </a:cubicBezTo>
                    <a:cubicBezTo>
                      <a:pt x="94544" y="14337"/>
                      <a:pt x="118262" y="82536"/>
                      <a:pt x="118262" y="82536"/>
                    </a:cubicBezTo>
                    <a:cubicBezTo>
                      <a:pt x="118262" y="82536"/>
                      <a:pt x="97116" y="2335"/>
                      <a:pt x="108927" y="49"/>
                    </a:cubicBezTo>
                    <a:cubicBezTo>
                      <a:pt x="120738" y="-2237"/>
                      <a:pt x="143408" y="75773"/>
                      <a:pt x="143408" y="75773"/>
                    </a:cubicBezTo>
                    <a:cubicBezTo>
                      <a:pt x="143408" y="75773"/>
                      <a:pt x="124739" y="3478"/>
                      <a:pt x="139026" y="3097"/>
                    </a:cubicBezTo>
                    <a:cubicBezTo>
                      <a:pt x="153314" y="2716"/>
                      <a:pt x="168173" y="67772"/>
                      <a:pt x="168173" y="67772"/>
                    </a:cubicBezTo>
                    <a:lnTo>
                      <a:pt x="161505" y="86631"/>
                    </a:lnTo>
                  </a:path>
                </a:pathLst>
              </a:custGeom>
              <a:solidFill>
                <a:srgbClr val="C2724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65" name="Google Shape;565;p33"/>
              <p:cNvSpPr/>
              <p:nvPr/>
            </p:nvSpPr>
            <p:spPr>
              <a:xfrm>
                <a:off x="4953515" y="2729339"/>
                <a:ext cx="312762" cy="831391"/>
              </a:xfrm>
              <a:custGeom>
                <a:rect b="b" l="l" r="r" t="t"/>
                <a:pathLst>
                  <a:path extrusionOk="0" h="831391" w="312762">
                    <a:moveTo>
                      <a:pt x="125120" y="128732"/>
                    </a:moveTo>
                    <a:cubicBezTo>
                      <a:pt x="136073" y="91013"/>
                      <a:pt x="161410" y="86822"/>
                      <a:pt x="161410" y="86822"/>
                    </a:cubicBezTo>
                    <a:cubicBezTo>
                      <a:pt x="161410" y="86822"/>
                      <a:pt x="178174" y="32434"/>
                      <a:pt x="192080" y="32815"/>
                    </a:cubicBezTo>
                    <a:cubicBezTo>
                      <a:pt x="205987" y="33196"/>
                      <a:pt x="193128" y="99681"/>
                      <a:pt x="193128" y="99681"/>
                    </a:cubicBezTo>
                    <a:cubicBezTo>
                      <a:pt x="193128" y="99681"/>
                      <a:pt x="197319" y="139019"/>
                      <a:pt x="162172" y="188359"/>
                    </a:cubicBezTo>
                    <a:lnTo>
                      <a:pt x="183889" y="491444"/>
                    </a:lnTo>
                    <a:lnTo>
                      <a:pt x="312762" y="722044"/>
                    </a:lnTo>
                    <a:lnTo>
                      <a:pt x="125596" y="831391"/>
                    </a:lnTo>
                    <a:lnTo>
                      <a:pt x="13677" y="593647"/>
                    </a:lnTo>
                    <a:cubicBezTo>
                      <a:pt x="437" y="565549"/>
                      <a:pt x="-3277" y="533926"/>
                      <a:pt x="2914" y="503445"/>
                    </a:cubicBezTo>
                    <a:lnTo>
                      <a:pt x="72637" y="164832"/>
                    </a:lnTo>
                    <a:cubicBezTo>
                      <a:pt x="67970" y="155497"/>
                      <a:pt x="79209" y="106729"/>
                      <a:pt x="79209" y="106729"/>
                    </a:cubicBezTo>
                    <a:cubicBezTo>
                      <a:pt x="79209" y="106729"/>
                      <a:pt x="41776" y="54913"/>
                      <a:pt x="48729" y="48246"/>
                    </a:cubicBezTo>
                    <a:cubicBezTo>
                      <a:pt x="55682" y="41673"/>
                      <a:pt x="97021" y="91489"/>
                      <a:pt x="97021" y="91489"/>
                    </a:cubicBezTo>
                    <a:cubicBezTo>
                      <a:pt x="97021" y="91489"/>
                      <a:pt x="76066" y="23290"/>
                      <a:pt x="85305" y="18814"/>
                    </a:cubicBezTo>
                    <a:cubicBezTo>
                      <a:pt x="94544" y="14337"/>
                      <a:pt x="118262" y="82536"/>
                      <a:pt x="118262" y="82536"/>
                    </a:cubicBezTo>
                    <a:cubicBezTo>
                      <a:pt x="118262" y="82536"/>
                      <a:pt x="97116" y="2335"/>
                      <a:pt x="108927" y="49"/>
                    </a:cubicBezTo>
                    <a:cubicBezTo>
                      <a:pt x="120738" y="-2237"/>
                      <a:pt x="143408" y="75773"/>
                      <a:pt x="143408" y="75773"/>
                    </a:cubicBezTo>
                    <a:cubicBezTo>
                      <a:pt x="143408" y="75773"/>
                      <a:pt x="124739" y="3478"/>
                      <a:pt x="139026" y="3097"/>
                    </a:cubicBezTo>
                    <a:cubicBezTo>
                      <a:pt x="153314" y="2716"/>
                      <a:pt x="168173" y="67772"/>
                      <a:pt x="168173" y="67772"/>
                    </a:cubicBezTo>
                    <a:lnTo>
                      <a:pt x="161505" y="86631"/>
                    </a:lnTo>
                  </a:path>
                </a:pathLst>
              </a:custGeom>
              <a:noFill/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66" name="Google Shape;566;p33"/>
            <p:cNvSpPr/>
            <p:nvPr/>
          </p:nvSpPr>
          <p:spPr>
            <a:xfrm>
              <a:off x="5077158" y="2694652"/>
              <a:ext cx="530018" cy="701867"/>
            </a:xfrm>
            <a:custGeom>
              <a:rect b="b" l="l" r="r" t="t"/>
              <a:pathLst>
                <a:path extrusionOk="0" h="701867" w="530018">
                  <a:moveTo>
                    <a:pt x="112442" y="113222"/>
                  </a:moveTo>
                  <a:cubicBezTo>
                    <a:pt x="81200" y="89410"/>
                    <a:pt x="58340" y="101125"/>
                    <a:pt x="58340" y="101125"/>
                  </a:cubicBezTo>
                  <a:cubicBezTo>
                    <a:pt x="58340" y="101125"/>
                    <a:pt x="12525" y="67407"/>
                    <a:pt x="1571" y="75979"/>
                  </a:cubicBezTo>
                  <a:cubicBezTo>
                    <a:pt x="-9383" y="84552"/>
                    <a:pt x="40528" y="130367"/>
                    <a:pt x="40528" y="130367"/>
                  </a:cubicBezTo>
                  <a:cubicBezTo>
                    <a:pt x="40528" y="130367"/>
                    <a:pt x="60531" y="164467"/>
                    <a:pt x="118062" y="183231"/>
                  </a:cubicBezTo>
                  <a:lnTo>
                    <a:pt x="280939" y="439834"/>
                  </a:lnTo>
                  <a:lnTo>
                    <a:pt x="314563" y="701867"/>
                  </a:lnTo>
                  <a:lnTo>
                    <a:pt x="530018" y="678436"/>
                  </a:lnTo>
                  <a:lnTo>
                    <a:pt x="478583" y="420689"/>
                  </a:lnTo>
                  <a:cubicBezTo>
                    <a:pt x="472487" y="390209"/>
                    <a:pt x="456676" y="362587"/>
                    <a:pt x="433625" y="341822"/>
                  </a:cubicBezTo>
                  <a:lnTo>
                    <a:pt x="176164" y="111127"/>
                  </a:lnTo>
                  <a:cubicBezTo>
                    <a:pt x="174355" y="100840"/>
                    <a:pt x="136350" y="68359"/>
                    <a:pt x="136350" y="68359"/>
                  </a:cubicBezTo>
                  <a:cubicBezTo>
                    <a:pt x="136350" y="68359"/>
                    <a:pt x="135588" y="4447"/>
                    <a:pt x="126063" y="3208"/>
                  </a:cubicBezTo>
                  <a:cubicBezTo>
                    <a:pt x="116538" y="2065"/>
                    <a:pt x="113014" y="66645"/>
                    <a:pt x="113014" y="66645"/>
                  </a:cubicBezTo>
                  <a:cubicBezTo>
                    <a:pt x="113014" y="66645"/>
                    <a:pt x="89296" y="-697"/>
                    <a:pt x="79200" y="1208"/>
                  </a:cubicBezTo>
                  <a:cubicBezTo>
                    <a:pt x="69103" y="3113"/>
                    <a:pt x="90535" y="72074"/>
                    <a:pt x="90535" y="72074"/>
                  </a:cubicBezTo>
                  <a:cubicBezTo>
                    <a:pt x="90535" y="72074"/>
                    <a:pt x="59864" y="-4983"/>
                    <a:pt x="49006" y="255"/>
                  </a:cubicBezTo>
                  <a:cubicBezTo>
                    <a:pt x="38147" y="5399"/>
                    <a:pt x="66246" y="81694"/>
                    <a:pt x="66246" y="81694"/>
                  </a:cubicBezTo>
                  <a:cubicBezTo>
                    <a:pt x="66246" y="81694"/>
                    <a:pt x="38242" y="12448"/>
                    <a:pt x="26527" y="20639"/>
                  </a:cubicBezTo>
                  <a:cubicBezTo>
                    <a:pt x="14906" y="28830"/>
                    <a:pt x="41576" y="89981"/>
                    <a:pt x="41576" y="89981"/>
                  </a:cubicBezTo>
                  <a:lnTo>
                    <a:pt x="58150" y="101125"/>
                  </a:lnTo>
                </a:path>
              </a:pathLst>
            </a:custGeom>
            <a:solidFill>
              <a:srgbClr val="C27245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67" name="Google Shape;567;p33"/>
            <p:cNvSpPr/>
            <p:nvPr/>
          </p:nvSpPr>
          <p:spPr>
            <a:xfrm>
              <a:off x="5011959" y="3238309"/>
              <a:ext cx="612920" cy="764476"/>
            </a:xfrm>
            <a:custGeom>
              <a:rect b="b" l="l" r="r" t="t"/>
              <a:pathLst>
                <a:path extrusionOk="0" h="764476" w="612920">
                  <a:moveTo>
                    <a:pt x="402241" y="223933"/>
                  </a:moveTo>
                  <a:lnTo>
                    <a:pt x="398431" y="41434"/>
                  </a:lnTo>
                  <a:lnTo>
                    <a:pt x="582549" y="0"/>
                  </a:lnTo>
                  <a:cubicBezTo>
                    <a:pt x="582549" y="0"/>
                    <a:pt x="619506" y="234124"/>
                    <a:pt x="611886" y="318421"/>
                  </a:cubicBezTo>
                  <a:cubicBezTo>
                    <a:pt x="604266" y="402717"/>
                    <a:pt x="587312" y="536829"/>
                    <a:pt x="598646" y="591693"/>
                  </a:cubicBezTo>
                  <a:cubicBezTo>
                    <a:pt x="609981" y="646557"/>
                    <a:pt x="575977" y="695611"/>
                    <a:pt x="575977" y="695611"/>
                  </a:cubicBezTo>
                  <a:lnTo>
                    <a:pt x="197644" y="764476"/>
                  </a:lnTo>
                  <a:cubicBezTo>
                    <a:pt x="166783" y="737044"/>
                    <a:pt x="159925" y="623983"/>
                    <a:pt x="161068" y="599980"/>
                  </a:cubicBezTo>
                  <a:cubicBezTo>
                    <a:pt x="162211" y="575977"/>
                    <a:pt x="161068" y="451485"/>
                    <a:pt x="132493" y="426339"/>
                  </a:cubicBezTo>
                  <a:cubicBezTo>
                    <a:pt x="103918" y="401193"/>
                    <a:pt x="0" y="199549"/>
                    <a:pt x="0" y="199549"/>
                  </a:cubicBezTo>
                  <a:lnTo>
                    <a:pt x="137350" y="131635"/>
                  </a:lnTo>
                  <a:lnTo>
                    <a:pt x="238316" y="240982"/>
                  </a:lnTo>
                </a:path>
              </a:pathLst>
            </a:custGeom>
            <a:solidFill>
              <a:schemeClr val="dk2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68" name="Google Shape;568;p33"/>
            <p:cNvGrpSpPr/>
            <p:nvPr/>
          </p:nvGrpSpPr>
          <p:grpSpPr>
            <a:xfrm>
              <a:off x="5127069" y="3151213"/>
              <a:ext cx="295751" cy="468208"/>
              <a:chOff x="5127069" y="3151213"/>
              <a:chExt cx="295751" cy="468208"/>
            </a:xfrm>
          </p:grpSpPr>
          <p:sp>
            <p:nvSpPr>
              <p:cNvPr id="569" name="Google Shape;569;p33"/>
              <p:cNvSpPr/>
              <p:nvPr/>
            </p:nvSpPr>
            <p:spPr>
              <a:xfrm>
                <a:off x="5127069" y="3151213"/>
                <a:ext cx="295751" cy="283538"/>
              </a:xfrm>
              <a:custGeom>
                <a:rect b="b" l="l" r="r" t="t"/>
                <a:pathLst>
                  <a:path extrusionOk="0" h="283538" w="295751">
                    <a:moveTo>
                      <a:pt x="22241" y="218731"/>
                    </a:moveTo>
                    <a:cubicBezTo>
                      <a:pt x="65294" y="284454"/>
                      <a:pt x="156448" y="303313"/>
                      <a:pt x="225790" y="260832"/>
                    </a:cubicBezTo>
                    <a:cubicBezTo>
                      <a:pt x="295227" y="218350"/>
                      <a:pt x="316564" y="130625"/>
                      <a:pt x="273510" y="64807"/>
                    </a:cubicBezTo>
                    <a:cubicBezTo>
                      <a:pt x="230458" y="-916"/>
                      <a:pt x="139303" y="-19775"/>
                      <a:pt x="69961" y="22707"/>
                    </a:cubicBezTo>
                    <a:cubicBezTo>
                      <a:pt x="524" y="65188"/>
                      <a:pt x="-20812" y="152913"/>
                      <a:pt x="22241" y="21873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70" name="Google Shape;570;p33"/>
              <p:cNvGrpSpPr/>
              <p:nvPr/>
            </p:nvGrpSpPr>
            <p:grpSpPr>
              <a:xfrm>
                <a:off x="5128829" y="3202211"/>
                <a:ext cx="290534" cy="417210"/>
                <a:chOff x="5128829" y="3202211"/>
                <a:chExt cx="290534" cy="417210"/>
              </a:xfrm>
            </p:grpSpPr>
            <p:sp>
              <p:nvSpPr>
                <p:cNvPr id="571" name="Google Shape;571;p33"/>
                <p:cNvSpPr/>
                <p:nvPr/>
              </p:nvSpPr>
              <p:spPr>
                <a:xfrm>
                  <a:off x="5128829" y="3202211"/>
                  <a:ext cx="290534" cy="417210"/>
                </a:xfrm>
                <a:custGeom>
                  <a:rect b="b" l="l" r="r" t="t"/>
                  <a:pathLst>
                    <a:path extrusionOk="0" h="417210" w="290534">
                      <a:moveTo>
                        <a:pt x="27053" y="192690"/>
                      </a:moveTo>
                      <a:lnTo>
                        <a:pt x="7718" y="145065"/>
                      </a:lnTo>
                      <a:cubicBezTo>
                        <a:pt x="-3236" y="118204"/>
                        <a:pt x="-2093" y="89343"/>
                        <a:pt x="8384" y="64388"/>
                      </a:cubicBezTo>
                      <a:cubicBezTo>
                        <a:pt x="19814" y="37242"/>
                        <a:pt x="42484" y="14858"/>
                        <a:pt x="73059" y="4952"/>
                      </a:cubicBezTo>
                      <a:cubicBezTo>
                        <a:pt x="126209" y="-12289"/>
                        <a:pt x="183454" y="17049"/>
                        <a:pt x="204504" y="68769"/>
                      </a:cubicBezTo>
                      <a:lnTo>
                        <a:pt x="209457" y="81057"/>
                      </a:lnTo>
                      <a:cubicBezTo>
                        <a:pt x="209457" y="81057"/>
                        <a:pt x="210314" y="82009"/>
                        <a:pt x="210981" y="83628"/>
                      </a:cubicBezTo>
                      <a:cubicBezTo>
                        <a:pt x="226126" y="76961"/>
                        <a:pt x="244605" y="83724"/>
                        <a:pt x="250986" y="100678"/>
                      </a:cubicBezTo>
                      <a:cubicBezTo>
                        <a:pt x="254130" y="108965"/>
                        <a:pt x="252891" y="118585"/>
                        <a:pt x="248319" y="126110"/>
                      </a:cubicBezTo>
                      <a:cubicBezTo>
                        <a:pt x="243271" y="134492"/>
                        <a:pt x="236127" y="138492"/>
                        <a:pt x="228793" y="139921"/>
                      </a:cubicBezTo>
                      <a:cubicBezTo>
                        <a:pt x="244795" y="194785"/>
                        <a:pt x="285943" y="330802"/>
                        <a:pt x="285943" y="330802"/>
                      </a:cubicBezTo>
                      <a:cubicBezTo>
                        <a:pt x="306517" y="381380"/>
                        <a:pt x="255558" y="444150"/>
                        <a:pt x="180882" y="404907"/>
                      </a:cubicBezTo>
                      <a:lnTo>
                        <a:pt x="125637" y="258126"/>
                      </a:lnTo>
                      <a:cubicBezTo>
                        <a:pt x="120494" y="258126"/>
                        <a:pt x="115350" y="257745"/>
                        <a:pt x="110302" y="257078"/>
                      </a:cubicBezTo>
                      <a:cubicBezTo>
                        <a:pt x="102015" y="255935"/>
                        <a:pt x="93919" y="253745"/>
                        <a:pt x="86204" y="250697"/>
                      </a:cubicBezTo>
                      <a:cubicBezTo>
                        <a:pt x="67916" y="243458"/>
                        <a:pt x="51723" y="231361"/>
                        <a:pt x="39722" y="215073"/>
                      </a:cubicBezTo>
                      <a:cubicBezTo>
                        <a:pt x="39436" y="214692"/>
                        <a:pt x="39150" y="214311"/>
                        <a:pt x="38864" y="213835"/>
                      </a:cubicBezTo>
                      <a:cubicBezTo>
                        <a:pt x="34197" y="207263"/>
                        <a:pt x="30197" y="200119"/>
                        <a:pt x="27053" y="192404"/>
                      </a:cubicBezTo>
                      <a:close/>
                    </a:path>
                  </a:pathLst>
                </a:custGeom>
                <a:solidFill>
                  <a:srgbClr val="C27245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572" name="Google Shape;572;p33"/>
                <p:cNvSpPr/>
                <p:nvPr/>
              </p:nvSpPr>
              <p:spPr>
                <a:xfrm>
                  <a:off x="5228639" y="3424465"/>
                  <a:ext cx="83078" cy="97372"/>
                </a:xfrm>
                <a:custGeom>
                  <a:rect b="b" l="l" r="r" t="t"/>
                  <a:pathLst>
                    <a:path extrusionOk="0" h="97372" w="83078">
                      <a:moveTo>
                        <a:pt x="25731" y="36158"/>
                      </a:moveTo>
                      <a:cubicBezTo>
                        <a:pt x="25731" y="36158"/>
                        <a:pt x="52782" y="25966"/>
                        <a:pt x="77452" y="1011"/>
                      </a:cubicBezTo>
                      <a:cubicBezTo>
                        <a:pt x="79547" y="-1180"/>
                        <a:pt x="83262" y="439"/>
                        <a:pt x="83072" y="3487"/>
                      </a:cubicBezTo>
                      <a:cubicBezTo>
                        <a:pt x="82119" y="22632"/>
                        <a:pt x="74690" y="69019"/>
                        <a:pt x="27350" y="91403"/>
                      </a:cubicBezTo>
                      <a:cubicBezTo>
                        <a:pt x="-33229" y="120073"/>
                        <a:pt x="25731" y="36158"/>
                        <a:pt x="25731" y="36158"/>
                      </a:cubicBezTo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573" name="Google Shape;573;p33"/>
              <p:cNvSpPr/>
              <p:nvPr/>
            </p:nvSpPr>
            <p:spPr>
              <a:xfrm>
                <a:off x="5250666" y="3321663"/>
                <a:ext cx="62178" cy="62178"/>
              </a:xfrm>
              <a:custGeom>
                <a:rect b="b" l="l" r="r" t="t"/>
                <a:pathLst>
                  <a:path extrusionOk="0" h="62178" w="62178">
                    <a:moveTo>
                      <a:pt x="4848" y="47710"/>
                    </a:moveTo>
                    <a:cubicBezTo>
                      <a:pt x="13992" y="62188"/>
                      <a:pt x="33232" y="66570"/>
                      <a:pt x="47710" y="57331"/>
                    </a:cubicBezTo>
                    <a:cubicBezTo>
                      <a:pt x="62188" y="48187"/>
                      <a:pt x="66570" y="28946"/>
                      <a:pt x="57331" y="14468"/>
                    </a:cubicBezTo>
                    <a:cubicBezTo>
                      <a:pt x="48187" y="-10"/>
                      <a:pt x="28946" y="-4391"/>
                      <a:pt x="14468" y="4848"/>
                    </a:cubicBezTo>
                    <a:cubicBezTo>
                      <a:pt x="-10" y="13992"/>
                      <a:pt x="-4391" y="33232"/>
                      <a:pt x="4848" y="47710"/>
                    </a:cubicBezTo>
                    <a:close/>
                  </a:path>
                </a:pathLst>
              </a:custGeom>
              <a:solidFill>
                <a:srgbClr val="9E4E27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4" name="Google Shape;574;p33"/>
              <p:cNvSpPr/>
              <p:nvPr/>
            </p:nvSpPr>
            <p:spPr>
              <a:xfrm>
                <a:off x="5228824" y="3319443"/>
                <a:ext cx="21374" cy="21374"/>
              </a:xfrm>
              <a:custGeom>
                <a:rect b="b" l="l" r="r" t="t"/>
                <a:pathLst>
                  <a:path extrusionOk="0" h="21374" w="21374">
                    <a:moveTo>
                      <a:pt x="1638" y="16402"/>
                    </a:moveTo>
                    <a:cubicBezTo>
                      <a:pt x="4782" y="21355"/>
                      <a:pt x="11449" y="22879"/>
                      <a:pt x="16402" y="19736"/>
                    </a:cubicBezTo>
                    <a:cubicBezTo>
                      <a:pt x="21355" y="16593"/>
                      <a:pt x="22879" y="9925"/>
                      <a:pt x="19736" y="4972"/>
                    </a:cubicBezTo>
                    <a:cubicBezTo>
                      <a:pt x="16593" y="19"/>
                      <a:pt x="9925" y="-1505"/>
                      <a:pt x="4972" y="1639"/>
                    </a:cubicBezTo>
                    <a:cubicBezTo>
                      <a:pt x="19" y="4782"/>
                      <a:pt x="-1505" y="11449"/>
                      <a:pt x="1638" y="1640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5" name="Google Shape;575;p33"/>
              <p:cNvSpPr/>
              <p:nvPr/>
            </p:nvSpPr>
            <p:spPr>
              <a:xfrm>
                <a:off x="5201782" y="3342513"/>
                <a:ext cx="15631" cy="31718"/>
              </a:xfrm>
              <a:custGeom>
                <a:rect b="b" l="l" r="r" t="t"/>
                <a:pathLst>
                  <a:path extrusionOk="0" h="31718" w="15631">
                    <a:moveTo>
                      <a:pt x="5344" y="0"/>
                    </a:moveTo>
                    <a:cubicBezTo>
                      <a:pt x="5344" y="0"/>
                      <a:pt x="487" y="19717"/>
                      <a:pt x="10" y="25527"/>
                    </a:cubicBezTo>
                    <a:cubicBezTo>
                      <a:pt x="-466" y="31337"/>
                      <a:pt x="15631" y="31718"/>
                      <a:pt x="15631" y="31718"/>
                    </a:cubicBezTo>
                  </a:path>
                </a:pathLst>
              </a:custGeom>
              <a:noFill/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6" name="Google Shape;576;p33"/>
              <p:cNvSpPr/>
              <p:nvPr/>
            </p:nvSpPr>
            <p:spPr>
              <a:xfrm>
                <a:off x="5157292" y="3343827"/>
                <a:ext cx="21374" cy="21374"/>
              </a:xfrm>
              <a:custGeom>
                <a:rect b="b" l="l" r="r" t="t"/>
                <a:pathLst>
                  <a:path extrusionOk="0" h="21374" w="21374">
                    <a:moveTo>
                      <a:pt x="1638" y="16402"/>
                    </a:moveTo>
                    <a:cubicBezTo>
                      <a:pt x="4782" y="21355"/>
                      <a:pt x="11449" y="22879"/>
                      <a:pt x="16402" y="19736"/>
                    </a:cubicBezTo>
                    <a:cubicBezTo>
                      <a:pt x="21355" y="16593"/>
                      <a:pt x="22879" y="9925"/>
                      <a:pt x="19736" y="4972"/>
                    </a:cubicBezTo>
                    <a:cubicBezTo>
                      <a:pt x="16593" y="19"/>
                      <a:pt x="9925" y="-1505"/>
                      <a:pt x="4972" y="1639"/>
                    </a:cubicBezTo>
                    <a:cubicBezTo>
                      <a:pt x="19" y="4782"/>
                      <a:pt x="-1505" y="11449"/>
                      <a:pt x="1638" y="1640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7" name="Google Shape;577;p33"/>
              <p:cNvSpPr/>
              <p:nvPr/>
            </p:nvSpPr>
            <p:spPr>
              <a:xfrm>
                <a:off x="5342096" y="3299196"/>
                <a:ext cx="27717" cy="9121"/>
              </a:xfrm>
              <a:custGeom>
                <a:rect b="b" l="l" r="r" t="t"/>
                <a:pathLst>
                  <a:path extrusionOk="0" h="9121" w="27717">
                    <a:moveTo>
                      <a:pt x="27718" y="9122"/>
                    </a:moveTo>
                    <a:cubicBezTo>
                      <a:pt x="27718" y="9122"/>
                      <a:pt x="17145" y="-6975"/>
                      <a:pt x="0" y="3598"/>
                    </a:cubicBezTo>
                  </a:path>
                </a:pathLst>
              </a:custGeom>
              <a:noFill/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8" name="Google Shape;578;p33"/>
              <p:cNvSpPr/>
              <p:nvPr/>
            </p:nvSpPr>
            <p:spPr>
              <a:xfrm>
                <a:off x="5351811" y="3301079"/>
                <a:ext cx="7060" cy="23812"/>
              </a:xfrm>
              <a:custGeom>
                <a:rect b="b" l="l" r="r" t="t"/>
                <a:pathLst>
                  <a:path extrusionOk="0" h="23812" w="7060">
                    <a:moveTo>
                      <a:pt x="5620" y="0"/>
                    </a:moveTo>
                    <a:cubicBezTo>
                      <a:pt x="5620" y="0"/>
                      <a:pt x="11335" y="16669"/>
                      <a:pt x="0" y="23813"/>
                    </a:cubicBezTo>
                  </a:path>
                </a:pathLst>
              </a:custGeom>
              <a:noFill/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79" name="Google Shape;579;p33"/>
              <p:cNvSpPr/>
              <p:nvPr/>
            </p:nvSpPr>
            <p:spPr>
              <a:xfrm>
                <a:off x="5137213" y="3173981"/>
                <a:ext cx="204655" cy="139037"/>
              </a:xfrm>
              <a:custGeom>
                <a:rect b="b" l="l" r="r" t="t"/>
                <a:pathLst>
                  <a:path extrusionOk="0" h="139037" w="204655">
                    <a:moveTo>
                      <a:pt x="202502" y="111953"/>
                    </a:moveTo>
                    <a:cubicBezTo>
                      <a:pt x="202502" y="111953"/>
                      <a:pt x="192310" y="118048"/>
                      <a:pt x="190310" y="129098"/>
                    </a:cubicBezTo>
                    <a:cubicBezTo>
                      <a:pt x="189452" y="134146"/>
                      <a:pt x="185833" y="138146"/>
                      <a:pt x="180785" y="138908"/>
                    </a:cubicBezTo>
                    <a:lnTo>
                      <a:pt x="180118" y="138908"/>
                    </a:lnTo>
                    <a:cubicBezTo>
                      <a:pt x="175165" y="139670"/>
                      <a:pt x="170402" y="137003"/>
                      <a:pt x="168402" y="132431"/>
                    </a:cubicBezTo>
                    <a:cubicBezTo>
                      <a:pt x="155543" y="103094"/>
                      <a:pt x="102584" y="4320"/>
                      <a:pt x="0" y="92617"/>
                    </a:cubicBezTo>
                    <a:cubicBezTo>
                      <a:pt x="0" y="92617"/>
                      <a:pt x="51054" y="-15683"/>
                      <a:pt x="137065" y="1939"/>
                    </a:cubicBezTo>
                    <a:cubicBezTo>
                      <a:pt x="223076" y="19560"/>
                      <a:pt x="202502" y="111953"/>
                      <a:pt x="202502" y="111953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0" name="Google Shape;580;p33"/>
              <p:cNvSpPr/>
              <p:nvPr/>
            </p:nvSpPr>
            <p:spPr>
              <a:xfrm>
                <a:off x="5219985" y="3370611"/>
                <a:ext cx="21907" cy="19621"/>
              </a:xfrm>
              <a:custGeom>
                <a:rect b="b" l="l" r="r" t="t"/>
                <a:pathLst>
                  <a:path extrusionOk="0" h="19621" w="21907">
                    <a:moveTo>
                      <a:pt x="0" y="19621"/>
                    </a:moveTo>
                    <a:cubicBezTo>
                      <a:pt x="2476" y="11049"/>
                      <a:pt x="12763" y="9620"/>
                      <a:pt x="21908" y="0"/>
                    </a:cubicBezTo>
                  </a:path>
                </a:pathLst>
              </a:custGeom>
              <a:noFill/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81" name="Google Shape;581;p33"/>
            <p:cNvSpPr/>
            <p:nvPr/>
          </p:nvSpPr>
          <p:spPr>
            <a:xfrm>
              <a:off x="5127455" y="3220937"/>
              <a:ext cx="173873" cy="117575"/>
            </a:xfrm>
            <a:custGeom>
              <a:rect b="b" l="l" r="r" t="t"/>
              <a:pathLst>
                <a:path extrusionOk="0" h="117575" w="173873">
                  <a:moveTo>
                    <a:pt x="6615" y="117575"/>
                  </a:moveTo>
                  <a:cubicBezTo>
                    <a:pt x="6615" y="117575"/>
                    <a:pt x="43762" y="81095"/>
                    <a:pt x="38809" y="35184"/>
                  </a:cubicBezTo>
                  <a:cubicBezTo>
                    <a:pt x="38809" y="35184"/>
                    <a:pt x="118915" y="84428"/>
                    <a:pt x="173874" y="75665"/>
                  </a:cubicBezTo>
                  <a:cubicBezTo>
                    <a:pt x="173874" y="75665"/>
                    <a:pt x="146823" y="-45111"/>
                    <a:pt x="35571" y="18515"/>
                  </a:cubicBezTo>
                  <a:cubicBezTo>
                    <a:pt x="-20531" y="50615"/>
                    <a:pt x="6519" y="117480"/>
                    <a:pt x="6519" y="11748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2" name="Google Shape;582;p33"/>
            <p:cNvSpPr/>
            <p:nvPr/>
          </p:nvSpPr>
          <p:spPr>
            <a:xfrm>
              <a:off x="5376557" y="3357352"/>
              <a:ext cx="67665" cy="67665"/>
            </a:xfrm>
            <a:custGeom>
              <a:rect b="b" l="l" r="r" t="t"/>
              <a:pathLst>
                <a:path extrusionOk="0" h="67665" w="67665">
                  <a:moveTo>
                    <a:pt x="67551" y="31166"/>
                  </a:moveTo>
                  <a:cubicBezTo>
                    <a:pt x="69075" y="49740"/>
                    <a:pt x="55169" y="66027"/>
                    <a:pt x="36499" y="67551"/>
                  </a:cubicBezTo>
                  <a:cubicBezTo>
                    <a:pt x="17926" y="69075"/>
                    <a:pt x="1638" y="55169"/>
                    <a:pt x="114" y="36500"/>
                  </a:cubicBezTo>
                  <a:cubicBezTo>
                    <a:pt x="-1410" y="17926"/>
                    <a:pt x="12497" y="1638"/>
                    <a:pt x="31166" y="114"/>
                  </a:cubicBezTo>
                  <a:cubicBezTo>
                    <a:pt x="49835" y="-1410"/>
                    <a:pt x="66027" y="12497"/>
                    <a:pt x="67551" y="3116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83" name="Google Shape;583;p33"/>
            <p:cNvSpPr/>
            <p:nvPr/>
          </p:nvSpPr>
          <p:spPr>
            <a:xfrm>
              <a:off x="5250656" y="3479291"/>
              <a:ext cx="181165" cy="161925"/>
            </a:xfrm>
            <a:custGeom>
              <a:rect b="b" l="l" r="r" t="t"/>
              <a:pathLst>
                <a:path extrusionOk="0" h="161925" w="181165">
                  <a:moveTo>
                    <a:pt x="113729" y="16097"/>
                  </a:moveTo>
                  <a:lnTo>
                    <a:pt x="181165" y="0"/>
                  </a:lnTo>
                  <a:lnTo>
                    <a:pt x="173164" y="147733"/>
                  </a:lnTo>
                  <a:lnTo>
                    <a:pt x="67723" y="161925"/>
                  </a:lnTo>
                  <a:lnTo>
                    <a:pt x="0" y="50387"/>
                  </a:lnTo>
                  <a:lnTo>
                    <a:pt x="76390" y="21907"/>
                  </a:lnTo>
                  <a:lnTo>
                    <a:pt x="113729" y="108585"/>
                  </a:lnTo>
                  <a:cubicBezTo>
                    <a:pt x="113729" y="108585"/>
                    <a:pt x="113729" y="16288"/>
                    <a:pt x="113729" y="1628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84" name="Google Shape;584;p33"/>
            <p:cNvGrpSpPr/>
            <p:nvPr/>
          </p:nvGrpSpPr>
          <p:grpSpPr>
            <a:xfrm>
              <a:off x="4688490" y="4445412"/>
              <a:ext cx="607028" cy="999363"/>
              <a:chOff x="4688490" y="4445412"/>
              <a:chExt cx="607028" cy="999363"/>
            </a:xfrm>
          </p:grpSpPr>
          <p:sp>
            <p:nvSpPr>
              <p:cNvPr id="585" name="Google Shape;585;p33"/>
              <p:cNvSpPr/>
              <p:nvPr/>
            </p:nvSpPr>
            <p:spPr>
              <a:xfrm>
                <a:off x="4688490" y="4445412"/>
                <a:ext cx="607028" cy="999363"/>
              </a:xfrm>
              <a:custGeom>
                <a:rect b="b" l="l" r="r" t="t"/>
                <a:pathLst>
                  <a:path extrusionOk="0" h="999363" w="607028">
                    <a:moveTo>
                      <a:pt x="342995" y="0"/>
                    </a:moveTo>
                    <a:lnTo>
                      <a:pt x="607028" y="0"/>
                    </a:lnTo>
                    <a:lnTo>
                      <a:pt x="247936" y="919448"/>
                    </a:lnTo>
                    <a:lnTo>
                      <a:pt x="85344" y="999363"/>
                    </a:lnTo>
                    <a:lnTo>
                      <a:pt x="0" y="972979"/>
                    </a:lnTo>
                    <a:lnTo>
                      <a:pt x="66580" y="858965"/>
                    </a:lnTo>
                    <a:lnTo>
                      <a:pt x="215837" y="325755"/>
                    </a:lnTo>
                    <a:lnTo>
                      <a:pt x="342995" y="0"/>
                    </a:lnTo>
                    <a:close/>
                  </a:path>
                </a:pathLst>
              </a:custGeom>
              <a:solidFill>
                <a:srgbClr val="C2724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6" name="Google Shape;586;p33"/>
              <p:cNvSpPr/>
              <p:nvPr/>
            </p:nvSpPr>
            <p:spPr>
              <a:xfrm>
                <a:off x="4688490" y="4445412"/>
                <a:ext cx="607028" cy="999363"/>
              </a:xfrm>
              <a:custGeom>
                <a:rect b="b" l="l" r="r" t="t"/>
                <a:pathLst>
                  <a:path extrusionOk="0" h="999363" w="607028">
                    <a:moveTo>
                      <a:pt x="342995" y="0"/>
                    </a:moveTo>
                    <a:lnTo>
                      <a:pt x="607028" y="0"/>
                    </a:lnTo>
                    <a:lnTo>
                      <a:pt x="247936" y="919448"/>
                    </a:lnTo>
                    <a:lnTo>
                      <a:pt x="85344" y="999363"/>
                    </a:lnTo>
                    <a:lnTo>
                      <a:pt x="0" y="972979"/>
                    </a:lnTo>
                    <a:lnTo>
                      <a:pt x="66580" y="858965"/>
                    </a:lnTo>
                    <a:lnTo>
                      <a:pt x="215837" y="325755"/>
                    </a:lnTo>
                    <a:lnTo>
                      <a:pt x="342995" y="0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87" name="Google Shape;587;p33"/>
            <p:cNvGrpSpPr/>
            <p:nvPr/>
          </p:nvGrpSpPr>
          <p:grpSpPr>
            <a:xfrm>
              <a:off x="5364670" y="4445412"/>
              <a:ext cx="261080" cy="999442"/>
              <a:chOff x="5364670" y="4445412"/>
              <a:chExt cx="261080" cy="999442"/>
            </a:xfrm>
          </p:grpSpPr>
          <p:sp>
            <p:nvSpPr>
              <p:cNvPr id="588" name="Google Shape;588;p33"/>
              <p:cNvSpPr/>
              <p:nvPr/>
            </p:nvSpPr>
            <p:spPr>
              <a:xfrm>
                <a:off x="5364670" y="4445412"/>
                <a:ext cx="261080" cy="999442"/>
              </a:xfrm>
              <a:custGeom>
                <a:rect b="b" l="l" r="r" t="t"/>
                <a:pathLst>
                  <a:path extrusionOk="0" h="999442" w="261080">
                    <a:moveTo>
                      <a:pt x="95" y="0"/>
                    </a:moveTo>
                    <a:lnTo>
                      <a:pt x="27241" y="914876"/>
                    </a:lnTo>
                    <a:cubicBezTo>
                      <a:pt x="27241" y="914876"/>
                      <a:pt x="-19907" y="1006697"/>
                      <a:pt x="27241" y="998982"/>
                    </a:cubicBezTo>
                    <a:cubicBezTo>
                      <a:pt x="74390" y="991172"/>
                      <a:pt x="218694" y="986314"/>
                      <a:pt x="218694" y="986314"/>
                    </a:cubicBezTo>
                    <a:lnTo>
                      <a:pt x="192500" y="859060"/>
                    </a:lnTo>
                    <a:lnTo>
                      <a:pt x="26108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C2724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89" name="Google Shape;589;p33"/>
              <p:cNvSpPr/>
              <p:nvPr/>
            </p:nvSpPr>
            <p:spPr>
              <a:xfrm>
                <a:off x="5364670" y="4445412"/>
                <a:ext cx="261080" cy="999442"/>
              </a:xfrm>
              <a:custGeom>
                <a:rect b="b" l="l" r="r" t="t"/>
                <a:pathLst>
                  <a:path extrusionOk="0" h="999442" w="261080">
                    <a:moveTo>
                      <a:pt x="95" y="0"/>
                    </a:moveTo>
                    <a:lnTo>
                      <a:pt x="27241" y="914876"/>
                    </a:lnTo>
                    <a:cubicBezTo>
                      <a:pt x="27241" y="914876"/>
                      <a:pt x="-19907" y="1006697"/>
                      <a:pt x="27241" y="998982"/>
                    </a:cubicBezTo>
                    <a:cubicBezTo>
                      <a:pt x="74390" y="991172"/>
                      <a:pt x="218694" y="986314"/>
                      <a:pt x="218694" y="986314"/>
                    </a:cubicBezTo>
                    <a:lnTo>
                      <a:pt x="192500" y="859060"/>
                    </a:lnTo>
                    <a:lnTo>
                      <a:pt x="261080" y="0"/>
                    </a:lnTo>
                    <a:lnTo>
                      <a:pt x="0" y="0"/>
                    </a:lnTo>
                    <a:close/>
                  </a:path>
                </a:pathLst>
              </a:custGeom>
              <a:noFill/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590" name="Google Shape;590;p33"/>
            <p:cNvGrpSpPr/>
            <p:nvPr/>
          </p:nvGrpSpPr>
          <p:grpSpPr>
            <a:xfrm>
              <a:off x="5214366" y="3445287"/>
              <a:ext cx="243553" cy="142399"/>
              <a:chOff x="5214366" y="3445287"/>
              <a:chExt cx="243553" cy="142399"/>
            </a:xfrm>
          </p:grpSpPr>
          <p:sp>
            <p:nvSpPr>
              <p:cNvPr id="591" name="Google Shape;591;p33"/>
              <p:cNvSpPr/>
              <p:nvPr/>
            </p:nvSpPr>
            <p:spPr>
              <a:xfrm>
                <a:off x="5214366" y="3479291"/>
                <a:ext cx="112680" cy="68580"/>
              </a:xfrm>
              <a:custGeom>
                <a:rect b="b" l="l" r="r" t="t"/>
                <a:pathLst>
                  <a:path extrusionOk="0" h="68580" w="112680">
                    <a:moveTo>
                      <a:pt x="0" y="29528"/>
                    </a:moveTo>
                    <a:lnTo>
                      <a:pt x="35909" y="0"/>
                    </a:lnTo>
                    <a:lnTo>
                      <a:pt x="112681" y="21812"/>
                    </a:lnTo>
                    <a:lnTo>
                      <a:pt x="76867" y="68580"/>
                    </a:lnTo>
                    <a:lnTo>
                      <a:pt x="0" y="29528"/>
                    </a:lnTo>
                    <a:close/>
                  </a:path>
                </a:pathLst>
              </a:custGeom>
              <a:solidFill>
                <a:schemeClr val="dk2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2" name="Google Shape;592;p33"/>
              <p:cNvSpPr/>
              <p:nvPr/>
            </p:nvSpPr>
            <p:spPr>
              <a:xfrm>
                <a:off x="5327046" y="3495389"/>
                <a:ext cx="37338" cy="92297"/>
              </a:xfrm>
              <a:custGeom>
                <a:rect b="b" l="l" r="r" t="t"/>
                <a:pathLst>
                  <a:path extrusionOk="0" h="92297" w="37338">
                    <a:moveTo>
                      <a:pt x="0" y="5715"/>
                    </a:moveTo>
                    <a:lnTo>
                      <a:pt x="37338" y="92297"/>
                    </a:lnTo>
                    <a:lnTo>
                      <a:pt x="37338" y="0"/>
                    </a:lnTo>
                  </a:path>
                </a:pathLst>
              </a:custGeom>
              <a:noFill/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593" name="Google Shape;593;p33"/>
              <p:cNvSpPr/>
              <p:nvPr/>
            </p:nvSpPr>
            <p:spPr>
              <a:xfrm>
                <a:off x="5364384" y="3445287"/>
                <a:ext cx="93535" cy="68294"/>
              </a:xfrm>
              <a:custGeom>
                <a:rect b="b" l="l" r="r" t="t"/>
                <a:pathLst>
                  <a:path extrusionOk="0" h="68294" w="93535">
                    <a:moveTo>
                      <a:pt x="33719" y="0"/>
                    </a:moveTo>
                    <a:lnTo>
                      <a:pt x="0" y="50102"/>
                    </a:lnTo>
                    <a:lnTo>
                      <a:pt x="42100" y="68294"/>
                    </a:lnTo>
                    <a:lnTo>
                      <a:pt x="93536" y="0"/>
                    </a:lnTo>
                    <a:lnTo>
                      <a:pt x="33719" y="0"/>
                    </a:lnTo>
                    <a:close/>
                  </a:path>
                </a:pathLst>
              </a:custGeom>
              <a:solidFill>
                <a:schemeClr val="dk2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594" name="Google Shape;594;p33"/>
            <p:cNvSpPr/>
            <p:nvPr/>
          </p:nvSpPr>
          <p:spPr>
            <a:xfrm>
              <a:off x="5414181" y="3404025"/>
              <a:ext cx="67665" cy="67652"/>
            </a:xfrm>
            <a:custGeom>
              <a:rect b="b" l="l" r="r" t="t"/>
              <a:pathLst>
                <a:path extrusionOk="0" h="67652" w="67665">
                  <a:moveTo>
                    <a:pt x="67551" y="31166"/>
                  </a:moveTo>
                  <a:cubicBezTo>
                    <a:pt x="69075" y="49739"/>
                    <a:pt x="55169" y="66122"/>
                    <a:pt x="36500" y="67551"/>
                  </a:cubicBezTo>
                  <a:cubicBezTo>
                    <a:pt x="17831" y="68980"/>
                    <a:pt x="1638" y="55169"/>
                    <a:pt x="114" y="36499"/>
                  </a:cubicBezTo>
                  <a:cubicBezTo>
                    <a:pt x="-1410" y="17831"/>
                    <a:pt x="12497" y="1638"/>
                    <a:pt x="31166" y="114"/>
                  </a:cubicBezTo>
                  <a:cubicBezTo>
                    <a:pt x="49835" y="-1410"/>
                    <a:pt x="66027" y="12497"/>
                    <a:pt x="67551" y="3116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595" name="Google Shape;595;p33"/>
            <p:cNvSpPr/>
            <p:nvPr/>
          </p:nvSpPr>
          <p:spPr>
            <a:xfrm>
              <a:off x="5451900" y="3451745"/>
              <a:ext cx="67665" cy="67665"/>
            </a:xfrm>
            <a:custGeom>
              <a:rect b="b" l="l" r="r" t="t"/>
              <a:pathLst>
                <a:path extrusionOk="0" h="67665" w="67665">
                  <a:moveTo>
                    <a:pt x="67551" y="31166"/>
                  </a:moveTo>
                  <a:cubicBezTo>
                    <a:pt x="69075" y="49739"/>
                    <a:pt x="55169" y="66027"/>
                    <a:pt x="36499" y="67551"/>
                  </a:cubicBezTo>
                  <a:cubicBezTo>
                    <a:pt x="17926" y="69075"/>
                    <a:pt x="1638" y="55169"/>
                    <a:pt x="114" y="36500"/>
                  </a:cubicBezTo>
                  <a:cubicBezTo>
                    <a:pt x="-1410" y="17926"/>
                    <a:pt x="12497" y="1638"/>
                    <a:pt x="31166" y="114"/>
                  </a:cubicBezTo>
                  <a:cubicBezTo>
                    <a:pt x="49834" y="-1410"/>
                    <a:pt x="66027" y="12497"/>
                    <a:pt x="67551" y="3116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596" name="Google Shape;596;p33"/>
            <p:cNvGrpSpPr/>
            <p:nvPr/>
          </p:nvGrpSpPr>
          <p:grpSpPr>
            <a:xfrm>
              <a:off x="4999862" y="3959548"/>
              <a:ext cx="643699" cy="511107"/>
              <a:chOff x="4999862" y="3959548"/>
              <a:chExt cx="643699" cy="511107"/>
            </a:xfrm>
          </p:grpSpPr>
          <p:sp>
            <p:nvSpPr>
              <p:cNvPr id="597" name="Google Shape;597;p33"/>
              <p:cNvSpPr/>
              <p:nvPr/>
            </p:nvSpPr>
            <p:spPr>
              <a:xfrm>
                <a:off x="4999862" y="3979259"/>
                <a:ext cx="643699" cy="491394"/>
              </a:xfrm>
              <a:custGeom>
                <a:rect b="b" l="l" r="r" t="t"/>
                <a:pathLst>
                  <a:path extrusionOk="0" h="491394" w="643699">
                    <a:moveTo>
                      <a:pt x="588455" y="0"/>
                    </a:moveTo>
                    <a:cubicBezTo>
                      <a:pt x="588455" y="0"/>
                      <a:pt x="647891" y="144971"/>
                      <a:pt x="643414" y="232696"/>
                    </a:cubicBezTo>
                    <a:cubicBezTo>
                      <a:pt x="638937" y="320421"/>
                      <a:pt x="643700" y="491395"/>
                      <a:pt x="643700" y="491395"/>
                    </a:cubicBezTo>
                    <a:lnTo>
                      <a:pt x="345948" y="491395"/>
                    </a:lnTo>
                    <a:lnTo>
                      <a:pt x="345948" y="329470"/>
                    </a:lnTo>
                    <a:lnTo>
                      <a:pt x="299561" y="491395"/>
                    </a:lnTo>
                    <a:lnTo>
                      <a:pt x="0" y="491395"/>
                    </a:lnTo>
                    <a:lnTo>
                      <a:pt x="214694" y="61151"/>
                    </a:lnTo>
                    <a:lnTo>
                      <a:pt x="588550" y="95"/>
                    </a:lnTo>
                    <a:close/>
                  </a:path>
                </a:pathLst>
              </a:custGeom>
              <a:solidFill>
                <a:schemeClr val="accent4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598" name="Google Shape;598;p33"/>
              <p:cNvGrpSpPr/>
              <p:nvPr/>
            </p:nvGrpSpPr>
            <p:grpSpPr>
              <a:xfrm>
                <a:off x="5497916" y="3959548"/>
                <a:ext cx="110052" cy="511107"/>
                <a:chOff x="5497916" y="3959548"/>
                <a:chExt cx="110052" cy="511107"/>
              </a:xfrm>
            </p:grpSpPr>
            <p:sp>
              <p:nvSpPr>
                <p:cNvPr id="599" name="Google Shape;599;p33"/>
                <p:cNvSpPr/>
                <p:nvPr/>
              </p:nvSpPr>
              <p:spPr>
                <a:xfrm>
                  <a:off x="5534588" y="3959548"/>
                  <a:ext cx="73380" cy="511107"/>
                </a:xfrm>
                <a:custGeom>
                  <a:rect b="b" l="l" r="r" t="t"/>
                  <a:pathLst>
                    <a:path extrusionOk="0" h="546639" w="73380">
                      <a:moveTo>
                        <a:pt x="0" y="0"/>
                      </a:moveTo>
                      <a:cubicBezTo>
                        <a:pt x="0" y="0"/>
                        <a:pt x="71152" y="134112"/>
                        <a:pt x="73152" y="225647"/>
                      </a:cubicBezTo>
                      <a:cubicBezTo>
                        <a:pt x="75152" y="317182"/>
                        <a:pt x="63341" y="546640"/>
                        <a:pt x="63341" y="546640"/>
                      </a:cubicBezTo>
                    </a:path>
                  </a:pathLst>
                </a:custGeom>
                <a:noFill/>
                <a:ln cap="flat" cmpd="sng" w="9525">
                  <a:solidFill>
                    <a:schemeClr val="l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00" name="Google Shape;600;p33"/>
                <p:cNvSpPr/>
                <p:nvPr/>
              </p:nvSpPr>
              <p:spPr>
                <a:xfrm>
                  <a:off x="5497916" y="3959548"/>
                  <a:ext cx="73380" cy="511107"/>
                </a:xfrm>
                <a:custGeom>
                  <a:rect b="b" l="l" r="r" t="t"/>
                  <a:pathLst>
                    <a:path extrusionOk="0" h="546639" w="73380">
                      <a:moveTo>
                        <a:pt x="0" y="0"/>
                      </a:moveTo>
                      <a:cubicBezTo>
                        <a:pt x="0" y="0"/>
                        <a:pt x="71152" y="134112"/>
                        <a:pt x="73152" y="225647"/>
                      </a:cubicBezTo>
                      <a:cubicBezTo>
                        <a:pt x="75152" y="317087"/>
                        <a:pt x="63341" y="546640"/>
                        <a:pt x="63341" y="546640"/>
                      </a:cubicBezTo>
                    </a:path>
                  </a:pathLst>
                </a:custGeom>
                <a:noFill/>
                <a:ln cap="flat" cmpd="sng" w="9525">
                  <a:solidFill>
                    <a:schemeClr val="l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601" name="Google Shape;601;p33"/>
            <p:cNvSpPr/>
            <p:nvPr/>
          </p:nvSpPr>
          <p:spPr>
            <a:xfrm>
              <a:off x="5481809" y="3508800"/>
              <a:ext cx="67665" cy="67665"/>
            </a:xfrm>
            <a:custGeom>
              <a:rect b="b" l="l" r="r" t="t"/>
              <a:pathLst>
                <a:path extrusionOk="0" h="67665" w="67665">
                  <a:moveTo>
                    <a:pt x="67551" y="31166"/>
                  </a:moveTo>
                  <a:cubicBezTo>
                    <a:pt x="69075" y="49739"/>
                    <a:pt x="55169" y="66027"/>
                    <a:pt x="36500" y="67551"/>
                  </a:cubicBezTo>
                  <a:cubicBezTo>
                    <a:pt x="17926" y="69075"/>
                    <a:pt x="1638" y="55169"/>
                    <a:pt x="114" y="36499"/>
                  </a:cubicBezTo>
                  <a:cubicBezTo>
                    <a:pt x="-1410" y="17926"/>
                    <a:pt x="12497" y="1638"/>
                    <a:pt x="31166" y="114"/>
                  </a:cubicBezTo>
                  <a:cubicBezTo>
                    <a:pt x="49835" y="-1410"/>
                    <a:pt x="66027" y="12497"/>
                    <a:pt x="67551" y="31166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2" name="Google Shape;602;p33"/>
            <p:cNvSpPr/>
            <p:nvPr/>
          </p:nvSpPr>
          <p:spPr>
            <a:xfrm>
              <a:off x="5360574" y="3604164"/>
              <a:ext cx="13525" cy="13525"/>
            </a:xfrm>
            <a:custGeom>
              <a:rect b="b" l="l" r="r" t="t"/>
              <a:pathLst>
                <a:path extrusionOk="0" h="13525" w="13525">
                  <a:moveTo>
                    <a:pt x="13525" y="6763"/>
                  </a:moveTo>
                  <a:cubicBezTo>
                    <a:pt x="13525" y="10498"/>
                    <a:pt x="10498" y="13525"/>
                    <a:pt x="6763" y="13525"/>
                  </a:cubicBezTo>
                  <a:cubicBezTo>
                    <a:pt x="3028" y="13525"/>
                    <a:pt x="0" y="10498"/>
                    <a:pt x="0" y="6763"/>
                  </a:cubicBezTo>
                  <a:cubicBezTo>
                    <a:pt x="0" y="3028"/>
                    <a:pt x="3028" y="0"/>
                    <a:pt x="6763" y="0"/>
                  </a:cubicBezTo>
                  <a:cubicBezTo>
                    <a:pt x="10498" y="0"/>
                    <a:pt x="13525" y="3028"/>
                    <a:pt x="13525" y="6763"/>
                  </a:cubicBezTo>
                  <a:close/>
                </a:path>
              </a:pathLst>
            </a:custGeom>
            <a:solidFill>
              <a:srgbClr val="FFFAE6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3" name="Google Shape;603;p33"/>
            <p:cNvSpPr/>
            <p:nvPr/>
          </p:nvSpPr>
          <p:spPr>
            <a:xfrm>
              <a:off x="5364480" y="3634359"/>
              <a:ext cx="13525" cy="13525"/>
            </a:xfrm>
            <a:custGeom>
              <a:rect b="b" l="l" r="r" t="t"/>
              <a:pathLst>
                <a:path extrusionOk="0" h="13525" w="13525">
                  <a:moveTo>
                    <a:pt x="13525" y="6763"/>
                  </a:moveTo>
                  <a:cubicBezTo>
                    <a:pt x="13525" y="10498"/>
                    <a:pt x="10498" y="13525"/>
                    <a:pt x="6763" y="13525"/>
                  </a:cubicBezTo>
                  <a:cubicBezTo>
                    <a:pt x="3028" y="13525"/>
                    <a:pt x="0" y="10498"/>
                    <a:pt x="0" y="6763"/>
                  </a:cubicBezTo>
                  <a:cubicBezTo>
                    <a:pt x="0" y="3028"/>
                    <a:pt x="3028" y="0"/>
                    <a:pt x="6763" y="0"/>
                  </a:cubicBezTo>
                  <a:cubicBezTo>
                    <a:pt x="10498" y="0"/>
                    <a:pt x="13525" y="3028"/>
                    <a:pt x="13525" y="6763"/>
                  </a:cubicBezTo>
                  <a:close/>
                </a:path>
              </a:pathLst>
            </a:custGeom>
            <a:solidFill>
              <a:srgbClr val="FFFAE6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04" name="Google Shape;604;p33"/>
            <p:cNvSpPr/>
            <p:nvPr/>
          </p:nvSpPr>
          <p:spPr>
            <a:xfrm>
              <a:off x="5208353" y="3933920"/>
              <a:ext cx="389701" cy="106394"/>
            </a:xfrm>
            <a:custGeom>
              <a:rect b="b" l="l" r="r" t="t"/>
              <a:pathLst>
                <a:path extrusionOk="0" h="106394" w="389701">
                  <a:moveTo>
                    <a:pt x="1250" y="68866"/>
                  </a:moveTo>
                  <a:cubicBezTo>
                    <a:pt x="1250" y="68866"/>
                    <a:pt x="-3703" y="88201"/>
                    <a:pt x="6108" y="106394"/>
                  </a:cubicBezTo>
                  <a:lnTo>
                    <a:pt x="379964" y="45339"/>
                  </a:lnTo>
                  <a:cubicBezTo>
                    <a:pt x="379964" y="45339"/>
                    <a:pt x="402062" y="19431"/>
                    <a:pt x="379679" y="0"/>
                  </a:cubicBezTo>
                  <a:lnTo>
                    <a:pt x="1345" y="68866"/>
                  </a:lnTo>
                  <a:close/>
                </a:path>
              </a:pathLst>
            </a:custGeom>
            <a:solidFill>
              <a:schemeClr val="accent4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05" name="Google Shape;605;p33"/>
            <p:cNvGrpSpPr/>
            <p:nvPr/>
          </p:nvGrpSpPr>
          <p:grpSpPr>
            <a:xfrm>
              <a:off x="4427262" y="5304282"/>
              <a:ext cx="520392" cy="214883"/>
              <a:chOff x="4427262" y="5304282"/>
              <a:chExt cx="520392" cy="214883"/>
            </a:xfrm>
          </p:grpSpPr>
          <p:sp>
            <p:nvSpPr>
              <p:cNvPr id="606" name="Google Shape;606;p33"/>
              <p:cNvSpPr/>
              <p:nvPr/>
            </p:nvSpPr>
            <p:spPr>
              <a:xfrm>
                <a:off x="4429599" y="5304282"/>
                <a:ext cx="518055" cy="205072"/>
              </a:xfrm>
              <a:custGeom>
                <a:rect b="b" l="l" r="r" t="t"/>
                <a:pathLst>
                  <a:path extrusionOk="0" h="205072" w="518055">
                    <a:moveTo>
                      <a:pt x="506827" y="60578"/>
                    </a:moveTo>
                    <a:cubicBezTo>
                      <a:pt x="504827" y="53530"/>
                      <a:pt x="496064" y="51053"/>
                      <a:pt x="490730" y="56007"/>
                    </a:cubicBezTo>
                    <a:cubicBezTo>
                      <a:pt x="475014" y="70485"/>
                      <a:pt x="445105" y="94011"/>
                      <a:pt x="416435" y="94011"/>
                    </a:cubicBezTo>
                    <a:cubicBezTo>
                      <a:pt x="383860" y="94011"/>
                      <a:pt x="349189" y="61531"/>
                      <a:pt x="351284" y="54864"/>
                    </a:cubicBezTo>
                    <a:cubicBezTo>
                      <a:pt x="357571" y="35242"/>
                      <a:pt x="345760" y="3143"/>
                      <a:pt x="325567" y="95"/>
                    </a:cubicBezTo>
                    <a:cubicBezTo>
                      <a:pt x="298801" y="-3906"/>
                      <a:pt x="157831" y="119729"/>
                      <a:pt x="62963" y="140303"/>
                    </a:cubicBezTo>
                    <a:lnTo>
                      <a:pt x="29244" y="151828"/>
                    </a:lnTo>
                    <a:cubicBezTo>
                      <a:pt x="11623" y="157924"/>
                      <a:pt x="-188" y="174593"/>
                      <a:pt x="2" y="193262"/>
                    </a:cubicBezTo>
                    <a:cubicBezTo>
                      <a:pt x="2" y="199834"/>
                      <a:pt x="5622" y="205073"/>
                      <a:pt x="12194" y="205073"/>
                    </a:cubicBezTo>
                    <a:lnTo>
                      <a:pt x="477776" y="205073"/>
                    </a:lnTo>
                    <a:cubicBezTo>
                      <a:pt x="494064" y="205073"/>
                      <a:pt x="508447" y="194310"/>
                      <a:pt x="512638" y="178498"/>
                    </a:cubicBezTo>
                    <a:cubicBezTo>
                      <a:pt x="518829" y="154876"/>
                      <a:pt x="522734" y="115443"/>
                      <a:pt x="507018" y="60578"/>
                    </a:cubicBezTo>
                    <a:close/>
                  </a:path>
                </a:pathLst>
              </a:custGeom>
              <a:solidFill>
                <a:schemeClr val="accent5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07" name="Google Shape;607;p33"/>
              <p:cNvSpPr/>
              <p:nvPr/>
            </p:nvSpPr>
            <p:spPr>
              <a:xfrm>
                <a:off x="4427262" y="5469350"/>
                <a:ext cx="518430" cy="49815"/>
              </a:xfrm>
              <a:custGeom>
                <a:rect b="b" l="l" r="r" t="t"/>
                <a:pathLst>
                  <a:path extrusionOk="0" h="49815" w="518430">
                    <a:moveTo>
                      <a:pt x="2244" y="28289"/>
                    </a:moveTo>
                    <a:cubicBezTo>
                      <a:pt x="2244" y="28289"/>
                      <a:pt x="-2805" y="40005"/>
                      <a:pt x="2244" y="49816"/>
                    </a:cubicBezTo>
                    <a:lnTo>
                      <a:pt x="490305" y="49816"/>
                    </a:lnTo>
                    <a:cubicBezTo>
                      <a:pt x="498591" y="49816"/>
                      <a:pt x="506307" y="45434"/>
                      <a:pt x="510307" y="38195"/>
                    </a:cubicBezTo>
                    <a:cubicBezTo>
                      <a:pt x="515260" y="29146"/>
                      <a:pt x="520308" y="15430"/>
                      <a:pt x="517737" y="0"/>
                    </a:cubicBezTo>
                    <a:cubicBezTo>
                      <a:pt x="517737" y="0"/>
                      <a:pt x="424201" y="33814"/>
                      <a:pt x="2244" y="28289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08" name="Google Shape;608;p33"/>
            <p:cNvGrpSpPr/>
            <p:nvPr/>
          </p:nvGrpSpPr>
          <p:grpSpPr>
            <a:xfrm>
              <a:off x="5364586" y="5304282"/>
              <a:ext cx="520392" cy="214883"/>
              <a:chOff x="5364586" y="5304282"/>
              <a:chExt cx="520392" cy="214883"/>
            </a:xfrm>
          </p:grpSpPr>
          <p:sp>
            <p:nvSpPr>
              <p:cNvPr id="609" name="Google Shape;609;p33"/>
              <p:cNvSpPr/>
              <p:nvPr/>
            </p:nvSpPr>
            <p:spPr>
              <a:xfrm>
                <a:off x="5364586" y="5304282"/>
                <a:ext cx="518055" cy="205072"/>
              </a:xfrm>
              <a:custGeom>
                <a:rect b="b" l="l" r="r" t="t"/>
                <a:pathLst>
                  <a:path extrusionOk="0" h="205072" w="518055">
                    <a:moveTo>
                      <a:pt x="11229" y="60578"/>
                    </a:moveTo>
                    <a:cubicBezTo>
                      <a:pt x="13229" y="53530"/>
                      <a:pt x="21992" y="51053"/>
                      <a:pt x="27326" y="56007"/>
                    </a:cubicBezTo>
                    <a:cubicBezTo>
                      <a:pt x="43042" y="70485"/>
                      <a:pt x="72950" y="94011"/>
                      <a:pt x="101621" y="94011"/>
                    </a:cubicBezTo>
                    <a:cubicBezTo>
                      <a:pt x="134196" y="94011"/>
                      <a:pt x="168867" y="61531"/>
                      <a:pt x="166772" y="54864"/>
                    </a:cubicBezTo>
                    <a:cubicBezTo>
                      <a:pt x="160485" y="35242"/>
                      <a:pt x="172296" y="3143"/>
                      <a:pt x="192489" y="95"/>
                    </a:cubicBezTo>
                    <a:cubicBezTo>
                      <a:pt x="219254" y="-3906"/>
                      <a:pt x="360129" y="119729"/>
                      <a:pt x="455093" y="140303"/>
                    </a:cubicBezTo>
                    <a:lnTo>
                      <a:pt x="488812" y="151828"/>
                    </a:lnTo>
                    <a:cubicBezTo>
                      <a:pt x="506433" y="157924"/>
                      <a:pt x="518244" y="174593"/>
                      <a:pt x="518054" y="193262"/>
                    </a:cubicBezTo>
                    <a:cubicBezTo>
                      <a:pt x="518054" y="199834"/>
                      <a:pt x="512434" y="205073"/>
                      <a:pt x="505862" y="205073"/>
                    </a:cubicBezTo>
                    <a:lnTo>
                      <a:pt x="40280" y="205073"/>
                    </a:lnTo>
                    <a:cubicBezTo>
                      <a:pt x="23992" y="205073"/>
                      <a:pt x="9609" y="194310"/>
                      <a:pt x="5418" y="178498"/>
                    </a:cubicBezTo>
                    <a:cubicBezTo>
                      <a:pt x="-773" y="154876"/>
                      <a:pt x="-4678" y="115443"/>
                      <a:pt x="11038" y="60578"/>
                    </a:cubicBezTo>
                    <a:close/>
                  </a:path>
                </a:pathLst>
              </a:custGeom>
              <a:solidFill>
                <a:schemeClr val="accent5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0" name="Google Shape;610;p33"/>
              <p:cNvSpPr/>
              <p:nvPr/>
            </p:nvSpPr>
            <p:spPr>
              <a:xfrm>
                <a:off x="5366548" y="5469350"/>
                <a:ext cx="518430" cy="49815"/>
              </a:xfrm>
              <a:custGeom>
                <a:rect b="b" l="l" r="r" t="t"/>
                <a:pathLst>
                  <a:path extrusionOk="0" h="49815" w="518430">
                    <a:moveTo>
                      <a:pt x="516187" y="28289"/>
                    </a:moveTo>
                    <a:cubicBezTo>
                      <a:pt x="516187" y="28289"/>
                      <a:pt x="521235" y="40005"/>
                      <a:pt x="516187" y="49816"/>
                    </a:cubicBezTo>
                    <a:lnTo>
                      <a:pt x="28126" y="49816"/>
                    </a:lnTo>
                    <a:cubicBezTo>
                      <a:pt x="19839" y="49816"/>
                      <a:pt x="12124" y="45434"/>
                      <a:pt x="8123" y="38195"/>
                    </a:cubicBezTo>
                    <a:cubicBezTo>
                      <a:pt x="3170" y="29146"/>
                      <a:pt x="-1878" y="15430"/>
                      <a:pt x="694" y="0"/>
                    </a:cubicBezTo>
                    <a:cubicBezTo>
                      <a:pt x="694" y="0"/>
                      <a:pt x="94229" y="33814"/>
                      <a:pt x="516187" y="28289"/>
                    </a:cubicBezTo>
                    <a:close/>
                  </a:path>
                </a:pathLst>
              </a:custGeom>
              <a:solidFill>
                <a:schemeClr val="accent2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11" name="Google Shape;611;p33"/>
            <p:cNvSpPr/>
            <p:nvPr/>
          </p:nvSpPr>
          <p:spPr>
            <a:xfrm>
              <a:off x="5341239" y="4160805"/>
              <a:ext cx="4476" cy="147828"/>
            </a:xfrm>
            <a:custGeom>
              <a:rect b="b" l="l" r="r" t="t"/>
              <a:pathLst>
                <a:path extrusionOk="0" h="147828" w="4476">
                  <a:moveTo>
                    <a:pt x="0" y="0"/>
                  </a:moveTo>
                  <a:lnTo>
                    <a:pt x="4477" y="147828"/>
                  </a:lnTo>
                </a:path>
              </a:pathLst>
            </a:custGeom>
            <a:noFill/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12" name="Google Shape;612;p33"/>
          <p:cNvGrpSpPr/>
          <p:nvPr/>
        </p:nvGrpSpPr>
        <p:grpSpPr>
          <a:xfrm>
            <a:off x="7689192" y="2081195"/>
            <a:ext cx="1096910" cy="2514630"/>
            <a:chOff x="6817180" y="2703861"/>
            <a:chExt cx="1228068" cy="2815304"/>
          </a:xfrm>
        </p:grpSpPr>
        <p:grpSp>
          <p:nvGrpSpPr>
            <p:cNvPr id="613" name="Google Shape;613;p33"/>
            <p:cNvGrpSpPr/>
            <p:nvPr/>
          </p:nvGrpSpPr>
          <p:grpSpPr>
            <a:xfrm>
              <a:off x="7069300" y="4445317"/>
              <a:ext cx="386393" cy="1044029"/>
              <a:chOff x="7069300" y="4445317"/>
              <a:chExt cx="386393" cy="1044029"/>
            </a:xfrm>
          </p:grpSpPr>
          <p:sp>
            <p:nvSpPr>
              <p:cNvPr id="614" name="Google Shape;614;p33"/>
              <p:cNvSpPr/>
              <p:nvPr/>
            </p:nvSpPr>
            <p:spPr>
              <a:xfrm>
                <a:off x="7069300" y="4445317"/>
                <a:ext cx="386393" cy="1009840"/>
              </a:xfrm>
              <a:custGeom>
                <a:rect b="b" l="l" r="r" t="t"/>
                <a:pathLst>
                  <a:path extrusionOk="0" h="1009840" w="386393">
                    <a:moveTo>
                      <a:pt x="122361" y="95"/>
                    </a:moveTo>
                    <a:lnTo>
                      <a:pt x="386394" y="95"/>
                    </a:lnTo>
                    <a:lnTo>
                      <a:pt x="276761" y="363664"/>
                    </a:lnTo>
                    <a:lnTo>
                      <a:pt x="255044" y="929926"/>
                    </a:lnTo>
                    <a:lnTo>
                      <a:pt x="92452" y="1009840"/>
                    </a:lnTo>
                    <a:lnTo>
                      <a:pt x="7108" y="983361"/>
                    </a:lnTo>
                    <a:lnTo>
                      <a:pt x="73688" y="869442"/>
                    </a:lnTo>
                    <a:lnTo>
                      <a:pt x="1774" y="370999"/>
                    </a:lnTo>
                    <a:cubicBezTo>
                      <a:pt x="-2512" y="341376"/>
                      <a:pt x="1012" y="311182"/>
                      <a:pt x="11871" y="283273"/>
                    </a:cubicBezTo>
                    <a:lnTo>
                      <a:pt x="122456" y="0"/>
                    </a:lnTo>
                    <a:close/>
                  </a:path>
                </a:pathLst>
              </a:custGeom>
              <a:solidFill>
                <a:srgbClr val="783F04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5" name="Google Shape;615;p33"/>
              <p:cNvSpPr/>
              <p:nvPr/>
            </p:nvSpPr>
            <p:spPr>
              <a:xfrm>
                <a:off x="7119305" y="5163115"/>
                <a:ext cx="211469" cy="326231"/>
              </a:xfrm>
              <a:custGeom>
                <a:rect b="b" l="l" r="r" t="t"/>
                <a:pathLst>
                  <a:path extrusionOk="0" h="326231" w="370998">
                    <a:moveTo>
                      <a:pt x="272510" y="0"/>
                    </a:moveTo>
                    <a:lnTo>
                      <a:pt x="0" y="0"/>
                    </a:lnTo>
                    <a:lnTo>
                      <a:pt x="75438" y="276796"/>
                    </a:lnTo>
                    <a:lnTo>
                      <a:pt x="370999" y="326231"/>
                    </a:lnTo>
                    <a:lnTo>
                      <a:pt x="366522" y="0"/>
                    </a:lnTo>
                    <a:lnTo>
                      <a:pt x="272510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16" name="Google Shape;616;p33"/>
            <p:cNvGrpSpPr/>
            <p:nvPr/>
          </p:nvGrpSpPr>
          <p:grpSpPr>
            <a:xfrm>
              <a:off x="7522574" y="4445412"/>
              <a:ext cx="263350" cy="1006075"/>
              <a:chOff x="7522574" y="4445412"/>
              <a:chExt cx="263350" cy="1006075"/>
            </a:xfrm>
          </p:grpSpPr>
          <p:sp>
            <p:nvSpPr>
              <p:cNvPr id="617" name="Google Shape;617;p33"/>
              <p:cNvSpPr/>
              <p:nvPr/>
            </p:nvSpPr>
            <p:spPr>
              <a:xfrm>
                <a:off x="7524845" y="4445412"/>
                <a:ext cx="261079" cy="999442"/>
              </a:xfrm>
              <a:custGeom>
                <a:rect b="b" l="l" r="r" t="t"/>
                <a:pathLst>
                  <a:path extrusionOk="0" h="999442" w="261079">
                    <a:moveTo>
                      <a:pt x="95" y="0"/>
                    </a:moveTo>
                    <a:lnTo>
                      <a:pt x="27241" y="914876"/>
                    </a:lnTo>
                    <a:cubicBezTo>
                      <a:pt x="27241" y="914876"/>
                      <a:pt x="-19907" y="1006697"/>
                      <a:pt x="27241" y="998982"/>
                    </a:cubicBezTo>
                    <a:cubicBezTo>
                      <a:pt x="74390" y="991172"/>
                      <a:pt x="218694" y="986314"/>
                      <a:pt x="218694" y="986314"/>
                    </a:cubicBezTo>
                    <a:lnTo>
                      <a:pt x="192500" y="859060"/>
                    </a:lnTo>
                    <a:lnTo>
                      <a:pt x="261080" y="0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783F04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18" name="Google Shape;618;p33"/>
              <p:cNvSpPr/>
              <p:nvPr/>
            </p:nvSpPr>
            <p:spPr>
              <a:xfrm rot="266587">
                <a:off x="7532838" y="5163379"/>
                <a:ext cx="186853" cy="281266"/>
              </a:xfrm>
              <a:custGeom>
                <a:rect b="b" l="l" r="r" t="t"/>
                <a:pathLst>
                  <a:path extrusionOk="0" h="281177" w="251745">
                    <a:moveTo>
                      <a:pt x="251746" y="0"/>
                    </a:moveTo>
                    <a:lnTo>
                      <a:pt x="0" y="0"/>
                    </a:lnTo>
                    <a:lnTo>
                      <a:pt x="35719" y="281178"/>
                    </a:lnTo>
                    <a:lnTo>
                      <a:pt x="251746" y="281178"/>
                    </a:lnTo>
                    <a:lnTo>
                      <a:pt x="251746" y="0"/>
                    </a:lnTo>
                    <a:close/>
                  </a:path>
                </a:pathLst>
              </a:custGeom>
              <a:solidFill>
                <a:schemeClr val="lt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619" name="Google Shape;619;p33"/>
            <p:cNvGrpSpPr/>
            <p:nvPr/>
          </p:nvGrpSpPr>
          <p:grpSpPr>
            <a:xfrm>
              <a:off x="7160037" y="3935634"/>
              <a:ext cx="643699" cy="535019"/>
              <a:chOff x="7160037" y="3935634"/>
              <a:chExt cx="643699" cy="535019"/>
            </a:xfrm>
          </p:grpSpPr>
          <p:sp>
            <p:nvSpPr>
              <p:cNvPr id="620" name="Google Shape;620;p33"/>
              <p:cNvSpPr/>
              <p:nvPr/>
            </p:nvSpPr>
            <p:spPr>
              <a:xfrm>
                <a:off x="7160037" y="3935634"/>
                <a:ext cx="643699" cy="535019"/>
              </a:xfrm>
              <a:custGeom>
                <a:rect b="b" l="l" r="r" t="t"/>
                <a:pathLst>
                  <a:path extrusionOk="0" h="535019" w="643699">
                    <a:moveTo>
                      <a:pt x="563499" y="0"/>
                    </a:moveTo>
                    <a:cubicBezTo>
                      <a:pt x="563499" y="0"/>
                      <a:pt x="647986" y="188595"/>
                      <a:pt x="643414" y="276320"/>
                    </a:cubicBezTo>
                    <a:cubicBezTo>
                      <a:pt x="638937" y="364046"/>
                      <a:pt x="643699" y="535019"/>
                      <a:pt x="643699" y="535019"/>
                    </a:cubicBezTo>
                    <a:lnTo>
                      <a:pt x="345948" y="535019"/>
                    </a:lnTo>
                    <a:lnTo>
                      <a:pt x="345948" y="373094"/>
                    </a:lnTo>
                    <a:lnTo>
                      <a:pt x="299561" y="535019"/>
                    </a:lnTo>
                    <a:lnTo>
                      <a:pt x="0" y="535019"/>
                    </a:lnTo>
                    <a:lnTo>
                      <a:pt x="185071" y="0"/>
                    </a:lnTo>
                    <a:lnTo>
                      <a:pt x="563499" y="0"/>
                    </a:lnTo>
                    <a:close/>
                  </a:path>
                </a:pathLst>
              </a:custGeom>
              <a:solidFill>
                <a:schemeClr val="accent5"/>
              </a:solidFill>
              <a:ln cap="flat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621" name="Google Shape;621;p33"/>
              <p:cNvGrpSpPr/>
              <p:nvPr/>
            </p:nvGrpSpPr>
            <p:grpSpPr>
              <a:xfrm>
                <a:off x="7473006" y="3935646"/>
                <a:ext cx="295234" cy="534340"/>
                <a:chOff x="7473006" y="3935646"/>
                <a:chExt cx="295234" cy="534340"/>
              </a:xfrm>
            </p:grpSpPr>
            <p:sp>
              <p:nvSpPr>
                <p:cNvPr id="622" name="Google Shape;622;p33"/>
                <p:cNvSpPr/>
                <p:nvPr/>
              </p:nvSpPr>
              <p:spPr>
                <a:xfrm>
                  <a:off x="7605426" y="3983355"/>
                  <a:ext cx="126206" cy="182975"/>
                </a:xfrm>
                <a:custGeom>
                  <a:rect b="b" l="l" r="r" t="t"/>
                  <a:pathLst>
                    <a:path extrusionOk="0" h="182975" w="126206">
                      <a:moveTo>
                        <a:pt x="0" y="0"/>
                      </a:moveTo>
                      <a:cubicBezTo>
                        <a:pt x="0" y="0"/>
                        <a:pt x="-571" y="165640"/>
                        <a:pt x="126206" y="182975"/>
                      </a:cubicBezTo>
                    </a:path>
                  </a:pathLst>
                </a:custGeom>
                <a:noFill/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3" name="Google Shape;623;p33"/>
                <p:cNvSpPr/>
                <p:nvPr/>
              </p:nvSpPr>
              <p:spPr>
                <a:xfrm>
                  <a:off x="7694860" y="3935646"/>
                  <a:ext cx="73380" cy="534340"/>
                </a:xfrm>
                <a:custGeom>
                  <a:rect b="b" l="l" r="r" t="t"/>
                  <a:pathLst>
                    <a:path extrusionOk="0" h="546639" w="73380">
                      <a:moveTo>
                        <a:pt x="0" y="0"/>
                      </a:moveTo>
                      <a:cubicBezTo>
                        <a:pt x="0" y="0"/>
                        <a:pt x="71152" y="134112"/>
                        <a:pt x="73152" y="225647"/>
                      </a:cubicBezTo>
                      <a:cubicBezTo>
                        <a:pt x="75152" y="317182"/>
                        <a:pt x="63341" y="546640"/>
                        <a:pt x="63341" y="546640"/>
                      </a:cubicBezTo>
                    </a:path>
                  </a:pathLst>
                </a:custGeom>
                <a:noFill/>
                <a:ln cap="flat" cmpd="sng" w="9525">
                  <a:solidFill>
                    <a:schemeClr val="l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4" name="Google Shape;624;p33"/>
                <p:cNvSpPr/>
                <p:nvPr/>
              </p:nvSpPr>
              <p:spPr>
                <a:xfrm>
                  <a:off x="7658099" y="3935646"/>
                  <a:ext cx="73380" cy="534340"/>
                </a:xfrm>
                <a:custGeom>
                  <a:rect b="b" l="l" r="r" t="t"/>
                  <a:pathLst>
                    <a:path extrusionOk="0" h="546639" w="73380">
                      <a:moveTo>
                        <a:pt x="0" y="0"/>
                      </a:moveTo>
                      <a:cubicBezTo>
                        <a:pt x="0" y="0"/>
                        <a:pt x="71151" y="134112"/>
                        <a:pt x="73152" y="225647"/>
                      </a:cubicBezTo>
                      <a:cubicBezTo>
                        <a:pt x="75152" y="317087"/>
                        <a:pt x="63341" y="546640"/>
                        <a:pt x="63341" y="546640"/>
                      </a:cubicBezTo>
                    </a:path>
                  </a:pathLst>
                </a:custGeom>
                <a:noFill/>
                <a:ln cap="flat" cmpd="sng" w="9525">
                  <a:solidFill>
                    <a:schemeClr val="l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25" name="Google Shape;625;p33"/>
                <p:cNvSpPr/>
                <p:nvPr/>
              </p:nvSpPr>
              <p:spPr>
                <a:xfrm>
                  <a:off x="7473006" y="4174899"/>
                  <a:ext cx="32968" cy="236742"/>
                </a:xfrm>
                <a:custGeom>
                  <a:rect b="b" l="l" r="r" t="t"/>
                  <a:pathLst>
                    <a:path extrusionOk="0" h="262318" w="32968">
                      <a:moveTo>
                        <a:pt x="18109" y="0"/>
                      </a:moveTo>
                      <a:cubicBezTo>
                        <a:pt x="18109" y="0"/>
                        <a:pt x="-15514" y="183261"/>
                        <a:pt x="8870" y="262319"/>
                      </a:cubicBezTo>
                      <a:lnTo>
                        <a:pt x="32968" y="158020"/>
                      </a:lnTo>
                      <a:lnTo>
                        <a:pt x="18109" y="0"/>
                      </a:lnTo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grpSp>
          <p:nvGrpSpPr>
            <p:cNvPr id="626" name="Google Shape;626;p33"/>
            <p:cNvGrpSpPr/>
            <p:nvPr/>
          </p:nvGrpSpPr>
          <p:grpSpPr>
            <a:xfrm>
              <a:off x="7524761" y="5304282"/>
              <a:ext cx="520487" cy="214883"/>
              <a:chOff x="7524761" y="5304282"/>
              <a:chExt cx="520487" cy="214883"/>
            </a:xfrm>
          </p:grpSpPr>
          <p:sp>
            <p:nvSpPr>
              <p:cNvPr id="627" name="Google Shape;627;p33"/>
              <p:cNvSpPr/>
              <p:nvPr/>
            </p:nvSpPr>
            <p:spPr>
              <a:xfrm>
                <a:off x="7524761" y="5304282"/>
                <a:ext cx="518055" cy="205072"/>
              </a:xfrm>
              <a:custGeom>
                <a:rect b="b" l="l" r="r" t="t"/>
                <a:pathLst>
                  <a:path extrusionOk="0" h="205072" w="518055">
                    <a:moveTo>
                      <a:pt x="11228" y="60578"/>
                    </a:moveTo>
                    <a:cubicBezTo>
                      <a:pt x="13229" y="53530"/>
                      <a:pt x="21992" y="51053"/>
                      <a:pt x="27326" y="56007"/>
                    </a:cubicBezTo>
                    <a:cubicBezTo>
                      <a:pt x="43042" y="70485"/>
                      <a:pt x="72950" y="94011"/>
                      <a:pt x="101621" y="94011"/>
                    </a:cubicBezTo>
                    <a:cubicBezTo>
                      <a:pt x="134196" y="94011"/>
                      <a:pt x="168867" y="61531"/>
                      <a:pt x="166772" y="54864"/>
                    </a:cubicBezTo>
                    <a:cubicBezTo>
                      <a:pt x="160485" y="35242"/>
                      <a:pt x="172296" y="3143"/>
                      <a:pt x="192489" y="95"/>
                    </a:cubicBezTo>
                    <a:cubicBezTo>
                      <a:pt x="219254" y="-3906"/>
                      <a:pt x="360129" y="119729"/>
                      <a:pt x="455094" y="140303"/>
                    </a:cubicBezTo>
                    <a:lnTo>
                      <a:pt x="488812" y="151828"/>
                    </a:lnTo>
                    <a:cubicBezTo>
                      <a:pt x="506433" y="157924"/>
                      <a:pt x="518244" y="174593"/>
                      <a:pt x="518054" y="193262"/>
                    </a:cubicBezTo>
                    <a:cubicBezTo>
                      <a:pt x="518054" y="199834"/>
                      <a:pt x="512434" y="205073"/>
                      <a:pt x="505861" y="205073"/>
                    </a:cubicBezTo>
                    <a:lnTo>
                      <a:pt x="40280" y="205073"/>
                    </a:lnTo>
                    <a:cubicBezTo>
                      <a:pt x="23992" y="205073"/>
                      <a:pt x="9609" y="194310"/>
                      <a:pt x="5418" y="178498"/>
                    </a:cubicBezTo>
                    <a:cubicBezTo>
                      <a:pt x="-773" y="154876"/>
                      <a:pt x="-4678" y="115443"/>
                      <a:pt x="11038" y="60578"/>
                    </a:cubicBezTo>
                    <a:close/>
                  </a:path>
                </a:pathLst>
              </a:custGeom>
              <a:solidFill>
                <a:schemeClr val="accent4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28" name="Google Shape;628;p33"/>
              <p:cNvSpPr/>
              <p:nvPr/>
            </p:nvSpPr>
            <p:spPr>
              <a:xfrm>
                <a:off x="7526818" y="5469350"/>
                <a:ext cx="518430" cy="49815"/>
              </a:xfrm>
              <a:custGeom>
                <a:rect b="b" l="l" r="r" t="t"/>
                <a:pathLst>
                  <a:path extrusionOk="0" h="49815" w="518430">
                    <a:moveTo>
                      <a:pt x="516187" y="28289"/>
                    </a:moveTo>
                    <a:cubicBezTo>
                      <a:pt x="516187" y="28289"/>
                      <a:pt x="521235" y="40005"/>
                      <a:pt x="516187" y="49816"/>
                    </a:cubicBezTo>
                    <a:lnTo>
                      <a:pt x="28126" y="49816"/>
                    </a:lnTo>
                    <a:cubicBezTo>
                      <a:pt x="19839" y="49816"/>
                      <a:pt x="12124" y="45434"/>
                      <a:pt x="8123" y="38195"/>
                    </a:cubicBezTo>
                    <a:cubicBezTo>
                      <a:pt x="3170" y="29146"/>
                      <a:pt x="-1878" y="15430"/>
                      <a:pt x="694" y="0"/>
                    </a:cubicBezTo>
                    <a:cubicBezTo>
                      <a:pt x="694" y="0"/>
                      <a:pt x="94229" y="33814"/>
                      <a:pt x="516187" y="28289"/>
                    </a:cubicBezTo>
                    <a:close/>
                  </a:path>
                </a:pathLst>
              </a:custGeom>
              <a:solidFill>
                <a:schemeClr val="dk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29" name="Google Shape;629;p33"/>
            <p:cNvSpPr/>
            <p:nvPr/>
          </p:nvSpPr>
          <p:spPr>
            <a:xfrm>
              <a:off x="6970618" y="2762945"/>
              <a:ext cx="360203" cy="821407"/>
            </a:xfrm>
            <a:custGeom>
              <a:rect b="b" l="l" r="r" t="t"/>
              <a:pathLst>
                <a:path extrusionOk="0" h="821407" w="360203">
                  <a:moveTo>
                    <a:pt x="87883" y="126368"/>
                  </a:moveTo>
                  <a:cubicBezTo>
                    <a:pt x="93217" y="87506"/>
                    <a:pt x="117601" y="79600"/>
                    <a:pt x="117601" y="79600"/>
                  </a:cubicBezTo>
                  <a:cubicBezTo>
                    <a:pt x="117601" y="79600"/>
                    <a:pt x="126174" y="23403"/>
                    <a:pt x="139985" y="21689"/>
                  </a:cubicBezTo>
                  <a:cubicBezTo>
                    <a:pt x="153796" y="20069"/>
                    <a:pt x="150843" y="87697"/>
                    <a:pt x="150843" y="87697"/>
                  </a:cubicBezTo>
                  <a:cubicBezTo>
                    <a:pt x="150843" y="87697"/>
                    <a:pt x="160749" y="125987"/>
                    <a:pt x="133222" y="179899"/>
                  </a:cubicBezTo>
                  <a:lnTo>
                    <a:pt x="199040" y="476602"/>
                  </a:lnTo>
                  <a:lnTo>
                    <a:pt x="360203" y="685867"/>
                  </a:lnTo>
                  <a:lnTo>
                    <a:pt x="191039" y="821408"/>
                  </a:lnTo>
                  <a:lnTo>
                    <a:pt x="78929" y="591474"/>
                  </a:lnTo>
                  <a:cubicBezTo>
                    <a:pt x="65785" y="564423"/>
                    <a:pt x="58165" y="534991"/>
                    <a:pt x="56832" y="504892"/>
                  </a:cubicBezTo>
                  <a:lnTo>
                    <a:pt x="41211" y="169802"/>
                  </a:lnTo>
                  <a:cubicBezTo>
                    <a:pt x="35210" y="161230"/>
                    <a:pt x="39210" y="111319"/>
                    <a:pt x="39210" y="111319"/>
                  </a:cubicBezTo>
                  <a:cubicBezTo>
                    <a:pt x="39210" y="111319"/>
                    <a:pt x="-5367" y="65503"/>
                    <a:pt x="539" y="57979"/>
                  </a:cubicBezTo>
                  <a:cubicBezTo>
                    <a:pt x="6444" y="50454"/>
                    <a:pt x="54641" y="93698"/>
                    <a:pt x="54641" y="93698"/>
                  </a:cubicBezTo>
                  <a:cubicBezTo>
                    <a:pt x="54641" y="93698"/>
                    <a:pt x="23875" y="29308"/>
                    <a:pt x="32352" y="23498"/>
                  </a:cubicBezTo>
                  <a:cubicBezTo>
                    <a:pt x="40829" y="17688"/>
                    <a:pt x="74262" y="81696"/>
                    <a:pt x="74262" y="81696"/>
                  </a:cubicBezTo>
                  <a:cubicBezTo>
                    <a:pt x="74262" y="81696"/>
                    <a:pt x="41592" y="5496"/>
                    <a:pt x="52926" y="1495"/>
                  </a:cubicBezTo>
                  <a:cubicBezTo>
                    <a:pt x="64261" y="-2505"/>
                    <a:pt x="98170" y="71314"/>
                    <a:pt x="98170" y="71314"/>
                  </a:cubicBezTo>
                  <a:cubicBezTo>
                    <a:pt x="98170" y="71314"/>
                    <a:pt x="69119" y="2448"/>
                    <a:pt x="83120" y="67"/>
                  </a:cubicBezTo>
                  <a:cubicBezTo>
                    <a:pt x="97122" y="-2314"/>
                    <a:pt x="121411" y="59789"/>
                    <a:pt x="121411" y="59789"/>
                  </a:cubicBezTo>
                  <a:lnTo>
                    <a:pt x="117601" y="79410"/>
                  </a:lnTo>
                </a:path>
              </a:pathLst>
            </a:custGeom>
            <a:solidFill>
              <a:srgbClr val="783F04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0" name="Google Shape;630;p33"/>
            <p:cNvSpPr/>
            <p:nvPr/>
          </p:nvSpPr>
          <p:spPr>
            <a:xfrm>
              <a:off x="7065853" y="2703861"/>
              <a:ext cx="594056" cy="665797"/>
            </a:xfrm>
            <a:custGeom>
              <a:rect b="b" l="l" r="r" t="t"/>
              <a:pathLst>
                <a:path extrusionOk="0" h="665797" w="594056">
                  <a:moveTo>
                    <a:pt x="115615" y="110871"/>
                  </a:moveTo>
                  <a:cubicBezTo>
                    <a:pt x="81897" y="90678"/>
                    <a:pt x="60466" y="104870"/>
                    <a:pt x="60466" y="104870"/>
                  </a:cubicBezTo>
                  <a:cubicBezTo>
                    <a:pt x="60466" y="104870"/>
                    <a:pt x="11221" y="76486"/>
                    <a:pt x="1220" y="86201"/>
                  </a:cubicBezTo>
                  <a:cubicBezTo>
                    <a:pt x="-8781" y="95917"/>
                    <a:pt x="45988" y="135922"/>
                    <a:pt x="45988" y="135922"/>
                  </a:cubicBezTo>
                  <a:cubicBezTo>
                    <a:pt x="45988" y="135922"/>
                    <a:pt x="69705" y="167545"/>
                    <a:pt x="129046" y="179737"/>
                  </a:cubicBezTo>
                  <a:lnTo>
                    <a:pt x="319736" y="416433"/>
                  </a:lnTo>
                  <a:lnTo>
                    <a:pt x="414796" y="665798"/>
                  </a:lnTo>
                  <a:lnTo>
                    <a:pt x="594056" y="625602"/>
                  </a:lnTo>
                  <a:lnTo>
                    <a:pt x="485566" y="374142"/>
                  </a:lnTo>
                  <a:cubicBezTo>
                    <a:pt x="478518" y="357854"/>
                    <a:pt x="467755" y="343376"/>
                    <a:pt x="454134" y="332042"/>
                  </a:cubicBezTo>
                  <a:lnTo>
                    <a:pt x="178671" y="101632"/>
                  </a:lnTo>
                  <a:cubicBezTo>
                    <a:pt x="175718" y="91631"/>
                    <a:pt x="134284" y="63532"/>
                    <a:pt x="134284" y="63532"/>
                  </a:cubicBezTo>
                  <a:cubicBezTo>
                    <a:pt x="134284" y="63532"/>
                    <a:pt x="126379" y="95"/>
                    <a:pt x="116758" y="0"/>
                  </a:cubicBezTo>
                  <a:cubicBezTo>
                    <a:pt x="107138" y="-95"/>
                    <a:pt x="110853" y="64484"/>
                    <a:pt x="110853" y="64484"/>
                  </a:cubicBezTo>
                  <a:cubicBezTo>
                    <a:pt x="110853" y="64484"/>
                    <a:pt x="79706" y="286"/>
                    <a:pt x="69895" y="3239"/>
                  </a:cubicBezTo>
                  <a:cubicBezTo>
                    <a:pt x="60085" y="6287"/>
                    <a:pt x="89136" y="72295"/>
                    <a:pt x="89136" y="72295"/>
                  </a:cubicBezTo>
                  <a:cubicBezTo>
                    <a:pt x="89136" y="72295"/>
                    <a:pt x="49988" y="-762"/>
                    <a:pt x="39796" y="5525"/>
                  </a:cubicBezTo>
                  <a:cubicBezTo>
                    <a:pt x="29604" y="11811"/>
                    <a:pt x="66085" y="84487"/>
                    <a:pt x="66085" y="84487"/>
                  </a:cubicBezTo>
                  <a:cubicBezTo>
                    <a:pt x="66085" y="84487"/>
                    <a:pt x="30462" y="18860"/>
                    <a:pt x="19794" y="28289"/>
                  </a:cubicBezTo>
                  <a:cubicBezTo>
                    <a:pt x="9126" y="37719"/>
                    <a:pt x="42559" y="95536"/>
                    <a:pt x="42559" y="95536"/>
                  </a:cubicBezTo>
                  <a:lnTo>
                    <a:pt x="60275" y="104775"/>
                  </a:lnTo>
                </a:path>
              </a:pathLst>
            </a:custGeom>
            <a:solidFill>
              <a:srgbClr val="783F04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31" name="Google Shape;631;p33"/>
            <p:cNvSpPr/>
            <p:nvPr/>
          </p:nvSpPr>
          <p:spPr>
            <a:xfrm>
              <a:off x="7077360" y="3190017"/>
              <a:ext cx="653430" cy="793813"/>
            </a:xfrm>
            <a:custGeom>
              <a:rect b="b" l="l" r="r" t="t"/>
              <a:pathLst>
                <a:path extrusionOk="0" h="793813" w="653430">
                  <a:moveTo>
                    <a:pt x="401479" y="247936"/>
                  </a:moveTo>
                  <a:lnTo>
                    <a:pt x="370999" y="67913"/>
                  </a:lnTo>
                  <a:lnTo>
                    <a:pt x="547116" y="0"/>
                  </a:lnTo>
                  <a:cubicBezTo>
                    <a:pt x="547116" y="0"/>
                    <a:pt x="617887" y="226123"/>
                    <a:pt x="622745" y="310705"/>
                  </a:cubicBezTo>
                  <a:cubicBezTo>
                    <a:pt x="627602" y="395192"/>
                    <a:pt x="633222" y="495681"/>
                    <a:pt x="649605" y="582930"/>
                  </a:cubicBezTo>
                  <a:cubicBezTo>
                    <a:pt x="659892" y="637985"/>
                    <a:pt x="646176" y="745617"/>
                    <a:pt x="646176" y="745617"/>
                  </a:cubicBezTo>
                  <a:lnTo>
                    <a:pt x="244126" y="793813"/>
                  </a:lnTo>
                  <a:cubicBezTo>
                    <a:pt x="209645" y="771239"/>
                    <a:pt x="220313" y="679037"/>
                    <a:pt x="217932" y="655130"/>
                  </a:cubicBezTo>
                  <a:cubicBezTo>
                    <a:pt x="215551" y="631222"/>
                    <a:pt x="196215" y="508254"/>
                    <a:pt x="164306" y="487585"/>
                  </a:cubicBezTo>
                  <a:cubicBezTo>
                    <a:pt x="132397" y="466915"/>
                    <a:pt x="0" y="282607"/>
                    <a:pt x="0" y="282607"/>
                  </a:cubicBezTo>
                  <a:lnTo>
                    <a:pt x="125921" y="195358"/>
                  </a:lnTo>
                  <a:lnTo>
                    <a:pt x="241745" y="288703"/>
                  </a:lnTo>
                </a:path>
              </a:pathLst>
            </a:custGeom>
            <a:solidFill>
              <a:schemeClr val="dk2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32" name="Google Shape;632;p33"/>
            <p:cNvGrpSpPr/>
            <p:nvPr/>
          </p:nvGrpSpPr>
          <p:grpSpPr>
            <a:xfrm>
              <a:off x="7169005" y="3148487"/>
              <a:ext cx="329315" cy="454651"/>
              <a:chOff x="7169005" y="3148487"/>
              <a:chExt cx="329315" cy="454651"/>
            </a:xfrm>
          </p:grpSpPr>
          <p:sp>
            <p:nvSpPr>
              <p:cNvPr id="633" name="Google Shape;633;p33"/>
              <p:cNvSpPr/>
              <p:nvPr/>
            </p:nvSpPr>
            <p:spPr>
              <a:xfrm>
                <a:off x="7169005" y="3148487"/>
                <a:ext cx="294675" cy="284608"/>
              </a:xfrm>
              <a:custGeom>
                <a:rect b="b" l="l" r="r" t="t"/>
                <a:pathLst>
                  <a:path extrusionOk="0" h="284608" w="294675">
                    <a:moveTo>
                      <a:pt x="34276" y="236792"/>
                    </a:moveTo>
                    <a:cubicBezTo>
                      <a:pt x="86473" y="295561"/>
                      <a:pt x="179342" y="300896"/>
                      <a:pt x="241826" y="248699"/>
                    </a:cubicBezTo>
                    <a:cubicBezTo>
                      <a:pt x="304214" y="196502"/>
                      <a:pt x="312597" y="106586"/>
                      <a:pt x="260399" y="47816"/>
                    </a:cubicBezTo>
                    <a:cubicBezTo>
                      <a:pt x="208203" y="-10953"/>
                      <a:pt x="115334" y="-16287"/>
                      <a:pt x="52850" y="35910"/>
                    </a:cubicBezTo>
                    <a:cubicBezTo>
                      <a:pt x="-9539" y="88107"/>
                      <a:pt x="-17921" y="178023"/>
                      <a:pt x="34276" y="2367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634" name="Google Shape;634;p33"/>
              <p:cNvGrpSpPr/>
              <p:nvPr/>
            </p:nvGrpSpPr>
            <p:grpSpPr>
              <a:xfrm>
                <a:off x="7172737" y="3206009"/>
                <a:ext cx="325583" cy="397129"/>
                <a:chOff x="7172737" y="3206009"/>
                <a:chExt cx="325583" cy="397129"/>
              </a:xfrm>
            </p:grpSpPr>
            <p:sp>
              <p:nvSpPr>
                <p:cNvPr id="635" name="Google Shape;635;p33"/>
                <p:cNvSpPr/>
                <p:nvPr/>
              </p:nvSpPr>
              <p:spPr>
                <a:xfrm>
                  <a:off x="7172737" y="3206009"/>
                  <a:ext cx="325583" cy="397129"/>
                </a:xfrm>
                <a:custGeom>
                  <a:rect b="b" l="l" r="r" t="t"/>
                  <a:pathLst>
                    <a:path extrusionOk="0" h="397129" w="325583">
                      <a:moveTo>
                        <a:pt x="40640" y="202988"/>
                      </a:moveTo>
                      <a:lnTo>
                        <a:pt x="14542" y="158696"/>
                      </a:lnTo>
                      <a:cubicBezTo>
                        <a:pt x="-222" y="133741"/>
                        <a:pt x="-3365" y="104975"/>
                        <a:pt x="3397" y="78782"/>
                      </a:cubicBezTo>
                      <a:cubicBezTo>
                        <a:pt x="10732" y="50207"/>
                        <a:pt x="29877" y="24870"/>
                        <a:pt x="58642" y="10583"/>
                      </a:cubicBezTo>
                      <a:cubicBezTo>
                        <a:pt x="108649" y="-14278"/>
                        <a:pt x="169609" y="6392"/>
                        <a:pt x="197993" y="54493"/>
                      </a:cubicBezTo>
                      <a:lnTo>
                        <a:pt x="204756" y="65923"/>
                      </a:lnTo>
                      <a:cubicBezTo>
                        <a:pt x="204756" y="65923"/>
                        <a:pt x="205708" y="66780"/>
                        <a:pt x="206661" y="68304"/>
                      </a:cubicBezTo>
                      <a:cubicBezTo>
                        <a:pt x="220663" y="59541"/>
                        <a:pt x="239903" y="63542"/>
                        <a:pt x="248666" y="79353"/>
                      </a:cubicBezTo>
                      <a:cubicBezTo>
                        <a:pt x="252952" y="87164"/>
                        <a:pt x="253143" y="96784"/>
                        <a:pt x="249809" y="104975"/>
                      </a:cubicBezTo>
                      <a:cubicBezTo>
                        <a:pt x="245999" y="114024"/>
                        <a:pt x="239522" y="118977"/>
                        <a:pt x="232474" y="121549"/>
                      </a:cubicBezTo>
                      <a:cubicBezTo>
                        <a:pt x="256381" y="173460"/>
                        <a:pt x="316960" y="302048"/>
                        <a:pt x="316960" y="302048"/>
                      </a:cubicBezTo>
                      <a:cubicBezTo>
                        <a:pt x="344678" y="349101"/>
                        <a:pt x="303435" y="418634"/>
                        <a:pt x="223901" y="390725"/>
                      </a:cubicBezTo>
                      <a:lnTo>
                        <a:pt x="147796" y="253661"/>
                      </a:lnTo>
                      <a:cubicBezTo>
                        <a:pt x="142748" y="254423"/>
                        <a:pt x="137605" y="254804"/>
                        <a:pt x="132461" y="254899"/>
                      </a:cubicBezTo>
                      <a:cubicBezTo>
                        <a:pt x="124079" y="254899"/>
                        <a:pt x="115792" y="254042"/>
                        <a:pt x="107696" y="252137"/>
                      </a:cubicBezTo>
                      <a:cubicBezTo>
                        <a:pt x="88551" y="247660"/>
                        <a:pt x="70739" y="238040"/>
                        <a:pt x="56547" y="223657"/>
                      </a:cubicBezTo>
                      <a:cubicBezTo>
                        <a:pt x="56261" y="223276"/>
                        <a:pt x="55880" y="222990"/>
                        <a:pt x="55499" y="222609"/>
                      </a:cubicBezTo>
                      <a:cubicBezTo>
                        <a:pt x="49975" y="216799"/>
                        <a:pt x="44926" y="210322"/>
                        <a:pt x="40735" y="203083"/>
                      </a:cubicBezTo>
                      <a:close/>
                    </a:path>
                  </a:pathLst>
                </a:custGeom>
                <a:solidFill>
                  <a:srgbClr val="783F04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36" name="Google Shape;636;p33"/>
                <p:cNvSpPr/>
                <p:nvPr/>
              </p:nvSpPr>
              <p:spPr>
                <a:xfrm>
                  <a:off x="7302592" y="3415999"/>
                  <a:ext cx="70378" cy="107025"/>
                </a:xfrm>
                <a:custGeom>
                  <a:rect b="b" l="l" r="r" t="t"/>
                  <a:pathLst>
                    <a:path extrusionOk="0" h="107025" w="70378">
                      <a:moveTo>
                        <a:pt x="17941" y="43671"/>
                      </a:moveTo>
                      <a:cubicBezTo>
                        <a:pt x="17941" y="43671"/>
                        <a:pt x="43183" y="29574"/>
                        <a:pt x="63947" y="1380"/>
                      </a:cubicBezTo>
                      <a:cubicBezTo>
                        <a:pt x="65757" y="-1096"/>
                        <a:pt x="69567" y="-48"/>
                        <a:pt x="69853" y="3000"/>
                      </a:cubicBezTo>
                      <a:cubicBezTo>
                        <a:pt x="71662" y="22050"/>
                        <a:pt x="71186" y="69103"/>
                        <a:pt x="27562" y="98154"/>
                      </a:cubicBezTo>
                      <a:cubicBezTo>
                        <a:pt x="-28160" y="135302"/>
                        <a:pt x="17846" y="43767"/>
                        <a:pt x="17846" y="43767"/>
                      </a:cubicBezTo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637" name="Google Shape;637;p33"/>
              <p:cNvSpPr/>
              <p:nvPr/>
            </p:nvSpPr>
            <p:spPr>
              <a:xfrm>
                <a:off x="7300673" y="3317794"/>
                <a:ext cx="62199" cy="62199"/>
              </a:xfrm>
              <a:custGeom>
                <a:rect b="b" l="l" r="r" t="t"/>
                <a:pathLst>
                  <a:path extrusionOk="0" h="62199" w="62199">
                    <a:moveTo>
                      <a:pt x="7573" y="51388"/>
                    </a:moveTo>
                    <a:cubicBezTo>
                      <a:pt x="18813" y="64437"/>
                      <a:pt x="38434" y="65866"/>
                      <a:pt x="51388" y="54626"/>
                    </a:cubicBezTo>
                    <a:cubicBezTo>
                      <a:pt x="64437" y="43387"/>
                      <a:pt x="65866" y="23766"/>
                      <a:pt x="54626" y="10811"/>
                    </a:cubicBezTo>
                    <a:cubicBezTo>
                      <a:pt x="43387" y="-2238"/>
                      <a:pt x="23766" y="-3666"/>
                      <a:pt x="10811" y="7573"/>
                    </a:cubicBezTo>
                    <a:cubicBezTo>
                      <a:pt x="-2238" y="18812"/>
                      <a:pt x="-3666" y="38434"/>
                      <a:pt x="7573" y="51388"/>
                    </a:cubicBezTo>
                    <a:close/>
                  </a:path>
                </a:pathLst>
              </a:custGeom>
              <a:solidFill>
                <a:srgbClr val="FF887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8" name="Google Shape;638;p33"/>
              <p:cNvSpPr/>
              <p:nvPr/>
            </p:nvSpPr>
            <p:spPr>
              <a:xfrm>
                <a:off x="7276058" y="3322135"/>
                <a:ext cx="21323" cy="21323"/>
              </a:xfrm>
              <a:custGeom>
                <a:rect b="b" l="l" r="r" t="t"/>
                <a:pathLst>
                  <a:path extrusionOk="0" h="21323" w="21323">
                    <a:moveTo>
                      <a:pt x="2566" y="17615"/>
                    </a:moveTo>
                    <a:cubicBezTo>
                      <a:pt x="6376" y="22092"/>
                      <a:pt x="13138" y="22568"/>
                      <a:pt x="17615" y="18758"/>
                    </a:cubicBezTo>
                    <a:cubicBezTo>
                      <a:pt x="22092" y="14948"/>
                      <a:pt x="22568" y="8186"/>
                      <a:pt x="18758" y="3709"/>
                    </a:cubicBezTo>
                    <a:cubicBezTo>
                      <a:pt x="14853" y="-768"/>
                      <a:pt x="8185" y="-1244"/>
                      <a:pt x="3709" y="2566"/>
                    </a:cubicBezTo>
                    <a:cubicBezTo>
                      <a:pt x="-768" y="6376"/>
                      <a:pt x="-1244" y="13138"/>
                      <a:pt x="2566" y="176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39" name="Google Shape;639;p33"/>
              <p:cNvSpPr/>
              <p:nvPr/>
            </p:nvSpPr>
            <p:spPr>
              <a:xfrm>
                <a:off x="7254856" y="3349751"/>
                <a:ext cx="16433" cy="30269"/>
              </a:xfrm>
              <a:custGeom>
                <a:rect b="b" l="l" r="r" t="t"/>
                <a:pathLst>
                  <a:path extrusionOk="0" h="30269" w="16433">
                    <a:moveTo>
                      <a:pt x="1574" y="0"/>
                    </a:moveTo>
                    <a:cubicBezTo>
                      <a:pt x="1574" y="0"/>
                      <a:pt x="-331" y="20193"/>
                      <a:pt x="50" y="26099"/>
                    </a:cubicBezTo>
                    <a:cubicBezTo>
                      <a:pt x="431" y="32004"/>
                      <a:pt x="16433" y="29909"/>
                      <a:pt x="16433" y="29909"/>
                    </a:cubicBezTo>
                  </a:path>
                </a:pathLst>
              </a:custGeom>
              <a:noFill/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0" name="Google Shape;640;p33"/>
              <p:cNvSpPr/>
              <p:nvPr/>
            </p:nvSpPr>
            <p:spPr>
              <a:xfrm>
                <a:off x="7208811" y="3356711"/>
                <a:ext cx="21323" cy="21323"/>
              </a:xfrm>
              <a:custGeom>
                <a:rect b="b" l="l" r="r" t="t"/>
                <a:pathLst>
                  <a:path extrusionOk="0" h="21323" w="21323">
                    <a:moveTo>
                      <a:pt x="2566" y="17615"/>
                    </a:moveTo>
                    <a:cubicBezTo>
                      <a:pt x="6376" y="22092"/>
                      <a:pt x="13138" y="22568"/>
                      <a:pt x="17615" y="18758"/>
                    </a:cubicBezTo>
                    <a:cubicBezTo>
                      <a:pt x="22092" y="14948"/>
                      <a:pt x="22568" y="8185"/>
                      <a:pt x="18758" y="3709"/>
                    </a:cubicBezTo>
                    <a:cubicBezTo>
                      <a:pt x="14948" y="-768"/>
                      <a:pt x="8185" y="-1244"/>
                      <a:pt x="3709" y="2566"/>
                    </a:cubicBezTo>
                    <a:cubicBezTo>
                      <a:pt x="-768" y="6471"/>
                      <a:pt x="-1244" y="13139"/>
                      <a:pt x="2566" y="1761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1" name="Google Shape;641;p33"/>
              <p:cNvSpPr/>
              <p:nvPr/>
            </p:nvSpPr>
            <p:spPr>
              <a:xfrm>
                <a:off x="7384256" y="3285319"/>
                <a:ext cx="28193" cy="6806"/>
              </a:xfrm>
              <a:custGeom>
                <a:rect b="b" l="l" r="r" t="t"/>
                <a:pathLst>
                  <a:path extrusionOk="0" h="6806" w="28193">
                    <a:moveTo>
                      <a:pt x="28194" y="6807"/>
                    </a:moveTo>
                    <a:cubicBezTo>
                      <a:pt x="28194" y="6807"/>
                      <a:pt x="15335" y="-7576"/>
                      <a:pt x="0" y="5473"/>
                    </a:cubicBezTo>
                  </a:path>
                </a:pathLst>
              </a:custGeom>
              <a:noFill/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2" name="Google Shape;642;p33"/>
              <p:cNvSpPr/>
              <p:nvPr/>
            </p:nvSpPr>
            <p:spPr>
              <a:xfrm>
                <a:off x="7397019" y="3286791"/>
                <a:ext cx="5144" cy="24383"/>
              </a:xfrm>
              <a:custGeom>
                <a:rect b="b" l="l" r="r" t="t"/>
                <a:pathLst>
                  <a:path extrusionOk="0" h="24383" w="5144">
                    <a:moveTo>
                      <a:pt x="2096" y="0"/>
                    </a:moveTo>
                    <a:cubicBezTo>
                      <a:pt x="2096" y="0"/>
                      <a:pt x="10192" y="15716"/>
                      <a:pt x="0" y="24384"/>
                    </a:cubicBezTo>
                  </a:path>
                </a:pathLst>
              </a:custGeom>
              <a:noFill/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3" name="Google Shape;643;p33"/>
              <p:cNvSpPr/>
              <p:nvPr/>
            </p:nvSpPr>
            <p:spPr>
              <a:xfrm>
                <a:off x="7176325" y="3174913"/>
                <a:ext cx="203384" cy="129958"/>
              </a:xfrm>
              <a:custGeom>
                <a:rect b="b" l="l" r="r" t="t"/>
                <a:pathLst>
                  <a:path extrusionOk="0" h="129958" w="203384">
                    <a:moveTo>
                      <a:pt x="203073" y="99496"/>
                    </a:moveTo>
                    <a:cubicBezTo>
                      <a:pt x="203073" y="99496"/>
                      <a:pt x="193834" y="107021"/>
                      <a:pt x="193548" y="118260"/>
                    </a:cubicBezTo>
                    <a:cubicBezTo>
                      <a:pt x="193357" y="123308"/>
                      <a:pt x="190405" y="127880"/>
                      <a:pt x="185547" y="129309"/>
                    </a:cubicBezTo>
                    <a:lnTo>
                      <a:pt x="184880" y="129500"/>
                    </a:lnTo>
                    <a:cubicBezTo>
                      <a:pt x="180118" y="130928"/>
                      <a:pt x="174974" y="128928"/>
                      <a:pt x="172402" y="124737"/>
                    </a:cubicBezTo>
                    <a:cubicBezTo>
                      <a:pt x="155448" y="97591"/>
                      <a:pt x="67056" y="58443"/>
                      <a:pt x="0" y="109973"/>
                    </a:cubicBezTo>
                    <a:cubicBezTo>
                      <a:pt x="0" y="109973"/>
                      <a:pt x="34671" y="-4708"/>
                      <a:pt x="122396" y="150"/>
                    </a:cubicBezTo>
                    <a:cubicBezTo>
                      <a:pt x="210026" y="5008"/>
                      <a:pt x="203263" y="99401"/>
                      <a:pt x="203263" y="9940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4" name="Google Shape;644;p33"/>
              <p:cNvSpPr/>
              <p:nvPr/>
            </p:nvSpPr>
            <p:spPr>
              <a:xfrm>
                <a:off x="7276147" y="3372421"/>
                <a:ext cx="29303" cy="31594"/>
              </a:xfrm>
              <a:custGeom>
                <a:rect b="b" l="l" r="r" t="t"/>
                <a:pathLst>
                  <a:path extrusionOk="0" h="31594" w="29303">
                    <a:moveTo>
                      <a:pt x="18860" y="0"/>
                    </a:moveTo>
                    <a:cubicBezTo>
                      <a:pt x="11906" y="12192"/>
                      <a:pt x="10573" y="13621"/>
                      <a:pt x="0" y="22670"/>
                    </a:cubicBezTo>
                    <a:cubicBezTo>
                      <a:pt x="0" y="22670"/>
                      <a:pt x="16764" y="36767"/>
                      <a:pt x="26384" y="29528"/>
                    </a:cubicBezTo>
                    <a:cubicBezTo>
                      <a:pt x="36004" y="22288"/>
                      <a:pt x="18764" y="0"/>
                      <a:pt x="18764" y="0"/>
                    </a:cubicBezTo>
                    <a:close/>
                  </a:path>
                </a:pathLst>
              </a:custGeom>
              <a:solidFill>
                <a:srgbClr val="FF887C"/>
              </a:solidFill>
              <a:ln>
                <a:noFill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45" name="Google Shape;645;p33"/>
            <p:cNvSpPr/>
            <p:nvPr/>
          </p:nvSpPr>
          <p:spPr>
            <a:xfrm>
              <a:off x="7326915" y="3452145"/>
              <a:ext cx="185642" cy="176688"/>
            </a:xfrm>
            <a:custGeom>
              <a:rect b="b" l="l" r="r" t="t"/>
              <a:pathLst>
                <a:path extrusionOk="0" h="176688" w="185642">
                  <a:moveTo>
                    <a:pt x="107537" y="25813"/>
                  </a:moveTo>
                  <a:lnTo>
                    <a:pt x="171926" y="0"/>
                  </a:lnTo>
                  <a:lnTo>
                    <a:pt x="185642" y="147257"/>
                  </a:lnTo>
                  <a:lnTo>
                    <a:pt x="83344" y="176689"/>
                  </a:lnTo>
                  <a:lnTo>
                    <a:pt x="0" y="76200"/>
                  </a:lnTo>
                  <a:lnTo>
                    <a:pt x="71438" y="36862"/>
                  </a:lnTo>
                  <a:lnTo>
                    <a:pt x="121063" y="117062"/>
                  </a:lnTo>
                  <a:cubicBezTo>
                    <a:pt x="121063" y="117062"/>
                    <a:pt x="107537" y="25718"/>
                    <a:pt x="107537" y="25718"/>
                  </a:cubicBezTo>
                  <a:close/>
                </a:path>
              </a:pathLst>
            </a:custGeom>
            <a:solidFill>
              <a:schemeClr val="dk2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46" name="Google Shape;646;p33"/>
            <p:cNvGrpSpPr/>
            <p:nvPr/>
          </p:nvGrpSpPr>
          <p:grpSpPr>
            <a:xfrm>
              <a:off x="7288053" y="3414712"/>
              <a:ext cx="231552" cy="154590"/>
              <a:chOff x="7288053" y="3414712"/>
              <a:chExt cx="231552" cy="154590"/>
            </a:xfrm>
          </p:grpSpPr>
          <p:sp>
            <p:nvSpPr>
              <p:cNvPr id="647" name="Google Shape;647;p33"/>
              <p:cNvSpPr/>
              <p:nvPr/>
            </p:nvSpPr>
            <p:spPr>
              <a:xfrm>
                <a:off x="7288053" y="3478720"/>
                <a:ext cx="110299" cy="61817"/>
              </a:xfrm>
              <a:custGeom>
                <a:rect b="b" l="l" r="r" t="t"/>
                <a:pathLst>
                  <a:path extrusionOk="0" h="61817" w="110299">
                    <a:moveTo>
                      <a:pt x="0" y="34480"/>
                    </a:moveTo>
                    <a:lnTo>
                      <a:pt x="31052" y="0"/>
                    </a:lnTo>
                    <a:lnTo>
                      <a:pt x="110300" y="10382"/>
                    </a:lnTo>
                    <a:lnTo>
                      <a:pt x="81629" y="61817"/>
                    </a:lnTo>
                    <a:lnTo>
                      <a:pt x="0" y="34480"/>
                    </a:lnTo>
                    <a:close/>
                  </a:path>
                </a:pathLst>
              </a:custGeom>
              <a:solidFill>
                <a:schemeClr val="dk2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8" name="Google Shape;648;p33"/>
              <p:cNvSpPr/>
              <p:nvPr/>
            </p:nvSpPr>
            <p:spPr>
              <a:xfrm>
                <a:off x="7398353" y="3477958"/>
                <a:ext cx="49625" cy="91344"/>
              </a:xfrm>
              <a:custGeom>
                <a:rect b="b" l="l" r="r" t="t"/>
                <a:pathLst>
                  <a:path extrusionOk="0" h="91344" w="49625">
                    <a:moveTo>
                      <a:pt x="0" y="11144"/>
                    </a:moveTo>
                    <a:lnTo>
                      <a:pt x="49625" y="91345"/>
                    </a:lnTo>
                    <a:lnTo>
                      <a:pt x="36100" y="0"/>
                    </a:lnTo>
                  </a:path>
                </a:pathLst>
              </a:custGeom>
              <a:noFill/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49" name="Google Shape;649;p33"/>
              <p:cNvSpPr/>
              <p:nvPr/>
            </p:nvSpPr>
            <p:spPr>
              <a:xfrm>
                <a:off x="7434452" y="3414712"/>
                <a:ext cx="85153" cy="75057"/>
              </a:xfrm>
              <a:custGeom>
                <a:rect b="b" l="l" r="r" t="t"/>
                <a:pathLst>
                  <a:path extrusionOk="0" h="75057" w="85153">
                    <a:moveTo>
                      <a:pt x="26003" y="8668"/>
                    </a:moveTo>
                    <a:lnTo>
                      <a:pt x="0" y="63246"/>
                    </a:lnTo>
                    <a:lnTo>
                      <a:pt x="44291" y="75057"/>
                    </a:lnTo>
                    <a:lnTo>
                      <a:pt x="85154" y="0"/>
                    </a:lnTo>
                    <a:lnTo>
                      <a:pt x="26003" y="8668"/>
                    </a:lnTo>
                    <a:close/>
                  </a:path>
                </a:pathLst>
              </a:custGeom>
              <a:solidFill>
                <a:schemeClr val="dk2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50" name="Google Shape;650;p33"/>
            <p:cNvSpPr/>
            <p:nvPr/>
          </p:nvSpPr>
          <p:spPr>
            <a:xfrm>
              <a:off x="7447422" y="3585035"/>
              <a:ext cx="13589" cy="13589"/>
            </a:xfrm>
            <a:custGeom>
              <a:rect b="b" l="l" r="r" t="t"/>
              <a:pathLst>
                <a:path extrusionOk="0" h="13589" w="13589">
                  <a:moveTo>
                    <a:pt x="13510" y="5794"/>
                  </a:moveTo>
                  <a:cubicBezTo>
                    <a:pt x="14081" y="9509"/>
                    <a:pt x="11509" y="12938"/>
                    <a:pt x="7795" y="13510"/>
                  </a:cubicBezTo>
                  <a:cubicBezTo>
                    <a:pt x="4080" y="14081"/>
                    <a:pt x="651" y="11509"/>
                    <a:pt x="80" y="7795"/>
                  </a:cubicBezTo>
                  <a:cubicBezTo>
                    <a:pt x="-492" y="4080"/>
                    <a:pt x="2080" y="651"/>
                    <a:pt x="5794" y="80"/>
                  </a:cubicBezTo>
                  <a:cubicBezTo>
                    <a:pt x="9509" y="-492"/>
                    <a:pt x="12938" y="2080"/>
                    <a:pt x="13510" y="5794"/>
                  </a:cubicBezTo>
                  <a:close/>
                </a:path>
              </a:pathLst>
            </a:custGeom>
            <a:solidFill>
              <a:srgbClr val="FFFAE6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1" name="Google Shape;651;p33"/>
            <p:cNvSpPr/>
            <p:nvPr/>
          </p:nvSpPr>
          <p:spPr>
            <a:xfrm>
              <a:off x="7455709" y="3614372"/>
              <a:ext cx="13589" cy="13589"/>
            </a:xfrm>
            <a:custGeom>
              <a:rect b="b" l="l" r="r" t="t"/>
              <a:pathLst>
                <a:path extrusionOk="0" h="13589" w="13589">
                  <a:moveTo>
                    <a:pt x="13510" y="5795"/>
                  </a:moveTo>
                  <a:cubicBezTo>
                    <a:pt x="14081" y="9509"/>
                    <a:pt x="11509" y="12938"/>
                    <a:pt x="7795" y="13510"/>
                  </a:cubicBezTo>
                  <a:cubicBezTo>
                    <a:pt x="4080" y="14081"/>
                    <a:pt x="651" y="11510"/>
                    <a:pt x="80" y="7795"/>
                  </a:cubicBezTo>
                  <a:cubicBezTo>
                    <a:pt x="-492" y="4080"/>
                    <a:pt x="2080" y="651"/>
                    <a:pt x="5794" y="80"/>
                  </a:cubicBezTo>
                  <a:cubicBezTo>
                    <a:pt x="9509" y="-492"/>
                    <a:pt x="12938" y="2080"/>
                    <a:pt x="13510" y="5795"/>
                  </a:cubicBezTo>
                  <a:close/>
                </a:path>
              </a:pathLst>
            </a:custGeom>
            <a:solidFill>
              <a:srgbClr val="FFFAE6"/>
            </a:solidFill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652" name="Google Shape;652;p33"/>
            <p:cNvGrpSpPr/>
            <p:nvPr/>
          </p:nvGrpSpPr>
          <p:grpSpPr>
            <a:xfrm>
              <a:off x="6817180" y="5304282"/>
              <a:ext cx="520486" cy="214883"/>
              <a:chOff x="6817180" y="5304282"/>
              <a:chExt cx="520486" cy="214883"/>
            </a:xfrm>
          </p:grpSpPr>
          <p:sp>
            <p:nvSpPr>
              <p:cNvPr id="653" name="Google Shape;653;p33"/>
              <p:cNvSpPr/>
              <p:nvPr/>
            </p:nvSpPr>
            <p:spPr>
              <a:xfrm>
                <a:off x="6819611" y="5304282"/>
                <a:ext cx="518055" cy="205072"/>
              </a:xfrm>
              <a:custGeom>
                <a:rect b="b" l="l" r="r" t="t"/>
                <a:pathLst>
                  <a:path extrusionOk="0" h="205072" w="518055">
                    <a:moveTo>
                      <a:pt x="506827" y="60578"/>
                    </a:moveTo>
                    <a:cubicBezTo>
                      <a:pt x="504827" y="53530"/>
                      <a:pt x="496064" y="51053"/>
                      <a:pt x="490730" y="56007"/>
                    </a:cubicBezTo>
                    <a:cubicBezTo>
                      <a:pt x="475014" y="70485"/>
                      <a:pt x="445106" y="94011"/>
                      <a:pt x="416435" y="94011"/>
                    </a:cubicBezTo>
                    <a:cubicBezTo>
                      <a:pt x="383860" y="94011"/>
                      <a:pt x="349189" y="61531"/>
                      <a:pt x="351284" y="54864"/>
                    </a:cubicBezTo>
                    <a:cubicBezTo>
                      <a:pt x="357571" y="35242"/>
                      <a:pt x="345760" y="3143"/>
                      <a:pt x="325567" y="95"/>
                    </a:cubicBezTo>
                    <a:cubicBezTo>
                      <a:pt x="298801" y="-3906"/>
                      <a:pt x="157927" y="119729"/>
                      <a:pt x="62962" y="140303"/>
                    </a:cubicBezTo>
                    <a:lnTo>
                      <a:pt x="29244" y="151828"/>
                    </a:lnTo>
                    <a:cubicBezTo>
                      <a:pt x="11623" y="157924"/>
                      <a:pt x="-188" y="174593"/>
                      <a:pt x="2" y="193262"/>
                    </a:cubicBezTo>
                    <a:cubicBezTo>
                      <a:pt x="2" y="199834"/>
                      <a:pt x="5622" y="205073"/>
                      <a:pt x="12194" y="205073"/>
                    </a:cubicBezTo>
                    <a:lnTo>
                      <a:pt x="477776" y="205073"/>
                    </a:lnTo>
                    <a:cubicBezTo>
                      <a:pt x="494064" y="205073"/>
                      <a:pt x="508447" y="194310"/>
                      <a:pt x="512638" y="178498"/>
                    </a:cubicBezTo>
                    <a:cubicBezTo>
                      <a:pt x="518829" y="154876"/>
                      <a:pt x="522734" y="115443"/>
                      <a:pt x="507018" y="60578"/>
                    </a:cubicBezTo>
                    <a:close/>
                  </a:path>
                </a:pathLst>
              </a:custGeom>
              <a:solidFill>
                <a:schemeClr val="accent4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54" name="Google Shape;654;p33"/>
              <p:cNvSpPr/>
              <p:nvPr/>
            </p:nvSpPr>
            <p:spPr>
              <a:xfrm>
                <a:off x="6817180" y="5469350"/>
                <a:ext cx="518430" cy="49815"/>
              </a:xfrm>
              <a:custGeom>
                <a:rect b="b" l="l" r="r" t="t"/>
                <a:pathLst>
                  <a:path extrusionOk="0" h="49815" w="518430">
                    <a:moveTo>
                      <a:pt x="2244" y="28289"/>
                    </a:moveTo>
                    <a:cubicBezTo>
                      <a:pt x="2244" y="28289"/>
                      <a:pt x="-2805" y="40005"/>
                      <a:pt x="2244" y="49816"/>
                    </a:cubicBezTo>
                    <a:lnTo>
                      <a:pt x="490305" y="49816"/>
                    </a:lnTo>
                    <a:cubicBezTo>
                      <a:pt x="498591" y="49816"/>
                      <a:pt x="506307" y="45434"/>
                      <a:pt x="510307" y="38195"/>
                    </a:cubicBezTo>
                    <a:cubicBezTo>
                      <a:pt x="515260" y="29146"/>
                      <a:pt x="520308" y="15430"/>
                      <a:pt x="517737" y="0"/>
                    </a:cubicBezTo>
                    <a:cubicBezTo>
                      <a:pt x="517737" y="0"/>
                      <a:pt x="424201" y="33814"/>
                      <a:pt x="2244" y="28289"/>
                    </a:cubicBezTo>
                    <a:close/>
                  </a:path>
                </a:pathLst>
              </a:custGeom>
              <a:solidFill>
                <a:schemeClr val="dk1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655" name="Google Shape;655;p33"/>
            <p:cNvSpPr/>
            <p:nvPr/>
          </p:nvSpPr>
          <p:spPr>
            <a:xfrm>
              <a:off x="7191279" y="3342417"/>
              <a:ext cx="49911" cy="49911"/>
            </a:xfrm>
            <a:custGeom>
              <a:rect b="b" l="l" r="r" t="t"/>
              <a:pathLst>
                <a:path extrusionOk="0" h="49911" w="49911">
                  <a:moveTo>
                    <a:pt x="49911" y="24955"/>
                  </a:moveTo>
                  <a:cubicBezTo>
                    <a:pt x="49911" y="38738"/>
                    <a:pt x="38738" y="49911"/>
                    <a:pt x="24956" y="49911"/>
                  </a:cubicBezTo>
                  <a:cubicBezTo>
                    <a:pt x="11173" y="49911"/>
                    <a:pt x="0" y="38738"/>
                    <a:pt x="0" y="24955"/>
                  </a:cubicBezTo>
                  <a:cubicBezTo>
                    <a:pt x="0" y="11173"/>
                    <a:pt x="11173" y="0"/>
                    <a:pt x="24956" y="0"/>
                  </a:cubicBezTo>
                  <a:cubicBezTo>
                    <a:pt x="38738" y="0"/>
                    <a:pt x="49911" y="11173"/>
                    <a:pt x="49911" y="24955"/>
                  </a:cubicBezTo>
                  <a:close/>
                </a:path>
              </a:pathLst>
            </a:custGeom>
            <a:noFill/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6" name="Google Shape;656;p33"/>
            <p:cNvSpPr/>
            <p:nvPr/>
          </p:nvSpPr>
          <p:spPr>
            <a:xfrm>
              <a:off x="7261098" y="3304889"/>
              <a:ext cx="49911" cy="49911"/>
            </a:xfrm>
            <a:custGeom>
              <a:rect b="b" l="l" r="r" t="t"/>
              <a:pathLst>
                <a:path extrusionOk="0" h="49911" w="49911">
                  <a:moveTo>
                    <a:pt x="49911" y="24955"/>
                  </a:moveTo>
                  <a:cubicBezTo>
                    <a:pt x="49911" y="38738"/>
                    <a:pt x="38738" y="49911"/>
                    <a:pt x="24956" y="49911"/>
                  </a:cubicBezTo>
                  <a:cubicBezTo>
                    <a:pt x="11173" y="49911"/>
                    <a:pt x="0" y="38738"/>
                    <a:pt x="0" y="24955"/>
                  </a:cubicBezTo>
                  <a:cubicBezTo>
                    <a:pt x="0" y="11173"/>
                    <a:pt x="11173" y="0"/>
                    <a:pt x="24956" y="0"/>
                  </a:cubicBezTo>
                  <a:cubicBezTo>
                    <a:pt x="38738" y="0"/>
                    <a:pt x="49911" y="11173"/>
                    <a:pt x="49911" y="24955"/>
                  </a:cubicBezTo>
                  <a:close/>
                </a:path>
              </a:pathLst>
            </a:custGeom>
            <a:noFill/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657" name="Google Shape;657;p33"/>
            <p:cNvSpPr/>
            <p:nvPr/>
          </p:nvSpPr>
          <p:spPr>
            <a:xfrm>
              <a:off x="7238714" y="3342417"/>
              <a:ext cx="26574" cy="14287"/>
            </a:xfrm>
            <a:custGeom>
              <a:rect b="b" l="l" r="r" t="t"/>
              <a:pathLst>
                <a:path extrusionOk="0" h="14287" w="26574">
                  <a:moveTo>
                    <a:pt x="0" y="14288"/>
                  </a:moveTo>
                  <a:lnTo>
                    <a:pt x="26575" y="0"/>
                  </a:lnTo>
                </a:path>
              </a:pathLst>
            </a:custGeom>
            <a:noFill/>
            <a:ln cap="rnd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658" name="Google Shape;658;p33"/>
          <p:cNvGrpSpPr/>
          <p:nvPr/>
        </p:nvGrpSpPr>
        <p:grpSpPr>
          <a:xfrm>
            <a:off x="6463530" y="1310773"/>
            <a:ext cx="1438742" cy="3285051"/>
            <a:chOff x="6463530" y="1310773"/>
            <a:chExt cx="1438742" cy="3285051"/>
          </a:xfrm>
        </p:grpSpPr>
        <p:grpSp>
          <p:nvGrpSpPr>
            <p:cNvPr id="659" name="Google Shape;659;p33"/>
            <p:cNvGrpSpPr/>
            <p:nvPr/>
          </p:nvGrpSpPr>
          <p:grpSpPr>
            <a:xfrm>
              <a:off x="6463530" y="1310773"/>
              <a:ext cx="1438742" cy="3285051"/>
              <a:chOff x="5444966" y="1841320"/>
              <a:chExt cx="1610772" cy="3677845"/>
            </a:xfrm>
          </p:grpSpPr>
          <p:sp>
            <p:nvSpPr>
              <p:cNvPr id="660" name="Google Shape;660;p33"/>
              <p:cNvSpPr/>
              <p:nvPr/>
            </p:nvSpPr>
            <p:spPr>
              <a:xfrm>
                <a:off x="5836539" y="5026437"/>
                <a:ext cx="272129" cy="407289"/>
              </a:xfrm>
              <a:custGeom>
                <a:rect b="b" l="l" r="r" t="t"/>
                <a:pathLst>
                  <a:path extrusionOk="0" h="407289" w="272129">
                    <a:moveTo>
                      <a:pt x="37338" y="14669"/>
                    </a:moveTo>
                    <a:lnTo>
                      <a:pt x="0" y="236220"/>
                    </a:lnTo>
                    <a:lnTo>
                      <a:pt x="18669" y="376047"/>
                    </a:lnTo>
                    <a:lnTo>
                      <a:pt x="174879" y="407289"/>
                    </a:lnTo>
                    <a:lnTo>
                      <a:pt x="216694" y="308420"/>
                    </a:lnTo>
                    <a:lnTo>
                      <a:pt x="272129" y="0"/>
                    </a:lnTo>
                    <a:lnTo>
                      <a:pt x="37338" y="14669"/>
                    </a:lnTo>
                    <a:close/>
                  </a:path>
                </a:pathLst>
              </a:custGeom>
              <a:solidFill>
                <a:srgbClr val="F6B26B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661" name="Google Shape;661;p33"/>
              <p:cNvSpPr/>
              <p:nvPr/>
            </p:nvSpPr>
            <p:spPr>
              <a:xfrm>
                <a:off x="6436423" y="5019008"/>
                <a:ext cx="234791" cy="414718"/>
              </a:xfrm>
              <a:custGeom>
                <a:rect b="b" l="l" r="r" t="t"/>
                <a:pathLst>
                  <a:path extrusionOk="0" h="414718" w="234791">
                    <a:moveTo>
                      <a:pt x="234791" y="14764"/>
                    </a:moveTo>
                    <a:lnTo>
                      <a:pt x="227648" y="243650"/>
                    </a:lnTo>
                    <a:lnTo>
                      <a:pt x="209074" y="383477"/>
                    </a:lnTo>
                    <a:lnTo>
                      <a:pt x="52769" y="414719"/>
                    </a:lnTo>
                    <a:lnTo>
                      <a:pt x="10954" y="315849"/>
                    </a:lnTo>
                    <a:lnTo>
                      <a:pt x="0" y="0"/>
                    </a:lnTo>
                    <a:lnTo>
                      <a:pt x="234791" y="14764"/>
                    </a:lnTo>
                    <a:close/>
                  </a:path>
                </a:pathLst>
              </a:custGeom>
              <a:solidFill>
                <a:srgbClr val="F6B26B"/>
              </a:solidFill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662" name="Google Shape;662;p33"/>
              <p:cNvGrpSpPr/>
              <p:nvPr/>
            </p:nvGrpSpPr>
            <p:grpSpPr>
              <a:xfrm>
                <a:off x="6434216" y="5262449"/>
                <a:ext cx="621522" cy="256716"/>
                <a:chOff x="6434216" y="5262449"/>
                <a:chExt cx="621522" cy="256716"/>
              </a:xfrm>
            </p:grpSpPr>
            <p:sp>
              <p:nvSpPr>
                <p:cNvPr id="663" name="Google Shape;663;p33"/>
                <p:cNvSpPr/>
                <p:nvPr/>
              </p:nvSpPr>
              <p:spPr>
                <a:xfrm>
                  <a:off x="6434216" y="5262449"/>
                  <a:ext cx="618857" cy="245000"/>
                </a:xfrm>
                <a:custGeom>
                  <a:rect b="b" l="l" r="r" t="t"/>
                  <a:pathLst>
                    <a:path extrusionOk="0" h="245000" w="618857">
                      <a:moveTo>
                        <a:pt x="13160" y="72407"/>
                      </a:moveTo>
                      <a:cubicBezTo>
                        <a:pt x="15542" y="64025"/>
                        <a:pt x="26019" y="60978"/>
                        <a:pt x="32401" y="66883"/>
                      </a:cubicBezTo>
                      <a:cubicBezTo>
                        <a:pt x="51165" y="84218"/>
                        <a:pt x="86884" y="112317"/>
                        <a:pt x="121174" y="112317"/>
                      </a:cubicBezTo>
                      <a:cubicBezTo>
                        <a:pt x="160131" y="112317"/>
                        <a:pt x="201565" y="73455"/>
                        <a:pt x="199088" y="65549"/>
                      </a:cubicBezTo>
                      <a:cubicBezTo>
                        <a:pt x="191563" y="42118"/>
                        <a:pt x="205661" y="3732"/>
                        <a:pt x="229854" y="113"/>
                      </a:cubicBezTo>
                      <a:cubicBezTo>
                        <a:pt x="261858" y="-4650"/>
                        <a:pt x="430165" y="142988"/>
                        <a:pt x="543607" y="167657"/>
                      </a:cubicBezTo>
                      <a:lnTo>
                        <a:pt x="583898" y="181469"/>
                      </a:lnTo>
                      <a:cubicBezTo>
                        <a:pt x="604948" y="188708"/>
                        <a:pt x="619046" y="208615"/>
                        <a:pt x="618855" y="230904"/>
                      </a:cubicBezTo>
                      <a:cubicBezTo>
                        <a:pt x="618855" y="238714"/>
                        <a:pt x="612092" y="245000"/>
                        <a:pt x="604282" y="245000"/>
                      </a:cubicBezTo>
                      <a:lnTo>
                        <a:pt x="48117" y="245000"/>
                      </a:lnTo>
                      <a:cubicBezTo>
                        <a:pt x="28686" y="245000"/>
                        <a:pt x="11446" y="232047"/>
                        <a:pt x="6493" y="213282"/>
                      </a:cubicBezTo>
                      <a:cubicBezTo>
                        <a:pt x="-937" y="184993"/>
                        <a:pt x="-5604" y="137939"/>
                        <a:pt x="13255" y="72312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64" name="Google Shape;664;p33"/>
                <p:cNvSpPr/>
                <p:nvPr/>
              </p:nvSpPr>
              <p:spPr>
                <a:xfrm>
                  <a:off x="6436460" y="5459730"/>
                  <a:ext cx="619278" cy="59435"/>
                </a:xfrm>
                <a:custGeom>
                  <a:rect b="b" l="l" r="r" t="t"/>
                  <a:pathLst>
                    <a:path extrusionOk="0" h="59435" w="619278">
                      <a:moveTo>
                        <a:pt x="616612" y="33718"/>
                      </a:moveTo>
                      <a:cubicBezTo>
                        <a:pt x="616612" y="33718"/>
                        <a:pt x="622612" y="47720"/>
                        <a:pt x="616612" y="59436"/>
                      </a:cubicBezTo>
                      <a:lnTo>
                        <a:pt x="33586" y="59436"/>
                      </a:lnTo>
                      <a:cubicBezTo>
                        <a:pt x="23681" y="59436"/>
                        <a:pt x="14441" y="54292"/>
                        <a:pt x="9679" y="45625"/>
                      </a:cubicBezTo>
                      <a:cubicBezTo>
                        <a:pt x="3773" y="34766"/>
                        <a:pt x="-2227" y="18479"/>
                        <a:pt x="820" y="0"/>
                      </a:cubicBezTo>
                      <a:cubicBezTo>
                        <a:pt x="820" y="0"/>
                        <a:pt x="112549" y="40386"/>
                        <a:pt x="616612" y="33718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665" name="Google Shape;665;p33"/>
              <p:cNvGrpSpPr/>
              <p:nvPr/>
            </p:nvGrpSpPr>
            <p:grpSpPr>
              <a:xfrm>
                <a:off x="6061246" y="2369592"/>
                <a:ext cx="428669" cy="485568"/>
                <a:chOff x="6061246" y="2369592"/>
                <a:chExt cx="428669" cy="485568"/>
              </a:xfrm>
            </p:grpSpPr>
            <p:sp>
              <p:nvSpPr>
                <p:cNvPr id="666" name="Google Shape;666;p33"/>
                <p:cNvSpPr/>
                <p:nvPr/>
              </p:nvSpPr>
              <p:spPr>
                <a:xfrm rot="-675222">
                  <a:off x="6129780" y="2398969"/>
                  <a:ext cx="332350" cy="317503"/>
                </a:xfrm>
                <a:custGeom>
                  <a:rect b="b" l="l" r="r" t="t"/>
                  <a:pathLst>
                    <a:path extrusionOk="0" h="317753" w="332612">
                      <a:moveTo>
                        <a:pt x="332613" y="158877"/>
                      </a:moveTo>
                      <a:cubicBezTo>
                        <a:pt x="332613" y="246622"/>
                        <a:pt x="258155" y="317754"/>
                        <a:pt x="166306" y="317754"/>
                      </a:cubicBezTo>
                      <a:cubicBezTo>
                        <a:pt x="74458" y="317754"/>
                        <a:pt x="0" y="246622"/>
                        <a:pt x="0" y="158877"/>
                      </a:cubicBezTo>
                      <a:cubicBezTo>
                        <a:pt x="0" y="71132"/>
                        <a:pt x="74458" y="0"/>
                        <a:pt x="166306" y="0"/>
                      </a:cubicBezTo>
                      <a:cubicBezTo>
                        <a:pt x="258155" y="0"/>
                        <a:pt x="332613" y="71132"/>
                        <a:pt x="332613" y="158877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67" name="Google Shape;667;p33"/>
                <p:cNvSpPr/>
                <p:nvPr/>
              </p:nvSpPr>
              <p:spPr>
                <a:xfrm>
                  <a:off x="6131753" y="2455451"/>
                  <a:ext cx="299676" cy="399709"/>
                </a:xfrm>
                <a:custGeom>
                  <a:rect b="b" l="l" r="r" t="t"/>
                  <a:pathLst>
                    <a:path extrusionOk="0" h="399709" w="299676">
                      <a:moveTo>
                        <a:pt x="29016" y="215263"/>
                      </a:moveTo>
                      <a:lnTo>
                        <a:pt x="8062" y="161542"/>
                      </a:lnTo>
                      <a:cubicBezTo>
                        <a:pt x="-3750" y="131253"/>
                        <a:pt x="-2130" y="98868"/>
                        <a:pt x="9966" y="70960"/>
                      </a:cubicBezTo>
                      <a:cubicBezTo>
                        <a:pt x="22158" y="43147"/>
                        <a:pt x="44828" y="20001"/>
                        <a:pt x="75213" y="8095"/>
                      </a:cubicBezTo>
                      <a:cubicBezTo>
                        <a:pt x="135887" y="-15623"/>
                        <a:pt x="204943" y="14572"/>
                        <a:pt x="228661" y="75246"/>
                      </a:cubicBezTo>
                      <a:lnTo>
                        <a:pt x="235519" y="92772"/>
                      </a:lnTo>
                      <a:cubicBezTo>
                        <a:pt x="235519" y="92772"/>
                        <a:pt x="236376" y="93820"/>
                        <a:pt x="237138" y="95725"/>
                      </a:cubicBezTo>
                      <a:cubicBezTo>
                        <a:pt x="252092" y="89438"/>
                        <a:pt x="269808" y="94677"/>
                        <a:pt x="278667" y="108964"/>
                      </a:cubicBezTo>
                      <a:cubicBezTo>
                        <a:pt x="288382" y="124681"/>
                        <a:pt x="283429" y="145350"/>
                        <a:pt x="267618" y="155065"/>
                      </a:cubicBezTo>
                      <a:cubicBezTo>
                        <a:pt x="263998" y="157256"/>
                        <a:pt x="260188" y="158590"/>
                        <a:pt x="256283" y="159352"/>
                      </a:cubicBezTo>
                      <a:cubicBezTo>
                        <a:pt x="273428" y="221169"/>
                        <a:pt x="294859" y="303846"/>
                        <a:pt x="294859" y="303846"/>
                      </a:cubicBezTo>
                      <a:cubicBezTo>
                        <a:pt x="308956" y="339850"/>
                        <a:pt x="291049" y="380903"/>
                        <a:pt x="255045" y="394905"/>
                      </a:cubicBezTo>
                      <a:cubicBezTo>
                        <a:pt x="219040" y="409002"/>
                        <a:pt x="177988" y="391000"/>
                        <a:pt x="163986" y="354995"/>
                      </a:cubicBezTo>
                      <a:lnTo>
                        <a:pt x="138745" y="290511"/>
                      </a:lnTo>
                      <a:cubicBezTo>
                        <a:pt x="132934" y="290511"/>
                        <a:pt x="127219" y="289939"/>
                        <a:pt x="121599" y="289082"/>
                      </a:cubicBezTo>
                      <a:cubicBezTo>
                        <a:pt x="112360" y="287653"/>
                        <a:pt x="103312" y="285082"/>
                        <a:pt x="94644" y="281557"/>
                      </a:cubicBezTo>
                      <a:cubicBezTo>
                        <a:pt x="74260" y="273175"/>
                        <a:pt x="56163" y="259269"/>
                        <a:pt x="43018" y="240886"/>
                      </a:cubicBezTo>
                      <a:cubicBezTo>
                        <a:pt x="42732" y="240409"/>
                        <a:pt x="42352" y="240028"/>
                        <a:pt x="42066" y="239457"/>
                      </a:cubicBezTo>
                      <a:cubicBezTo>
                        <a:pt x="36922" y="232027"/>
                        <a:pt x="32541" y="223931"/>
                        <a:pt x="29112" y="215168"/>
                      </a:cubicBezTo>
                      <a:close/>
                    </a:path>
                  </a:pathLst>
                </a:custGeom>
                <a:solidFill>
                  <a:srgbClr val="F6B26B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68" name="Google Shape;668;p33"/>
                <p:cNvSpPr/>
                <p:nvPr/>
              </p:nvSpPr>
              <p:spPr>
                <a:xfrm>
                  <a:off x="6258848" y="2591818"/>
                  <a:ext cx="69781" cy="69781"/>
                </a:xfrm>
                <a:custGeom>
                  <a:rect b="b" l="l" r="r" t="t"/>
                  <a:pathLst>
                    <a:path extrusionOk="0" h="69781" w="69781">
                      <a:moveTo>
                        <a:pt x="5173" y="53179"/>
                      </a:moveTo>
                      <a:cubicBezTo>
                        <a:pt x="15269" y="69562"/>
                        <a:pt x="36795" y="74705"/>
                        <a:pt x="53178" y="64609"/>
                      </a:cubicBezTo>
                      <a:cubicBezTo>
                        <a:pt x="69561" y="54512"/>
                        <a:pt x="74705" y="32986"/>
                        <a:pt x="64609" y="16603"/>
                      </a:cubicBezTo>
                      <a:cubicBezTo>
                        <a:pt x="54512" y="220"/>
                        <a:pt x="32986" y="-4924"/>
                        <a:pt x="16603" y="5172"/>
                      </a:cubicBezTo>
                      <a:cubicBezTo>
                        <a:pt x="219" y="15269"/>
                        <a:pt x="-4924" y="36796"/>
                        <a:pt x="5173" y="53179"/>
                      </a:cubicBezTo>
                      <a:close/>
                    </a:path>
                  </a:pathLst>
                </a:custGeom>
                <a:solidFill>
                  <a:srgbClr val="FF887C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69" name="Google Shape;669;p33"/>
                <p:cNvSpPr/>
                <p:nvPr/>
              </p:nvSpPr>
              <p:spPr>
                <a:xfrm>
                  <a:off x="6233617" y="2596115"/>
                  <a:ext cx="24135" cy="24112"/>
                </a:xfrm>
                <a:custGeom>
                  <a:rect b="b" l="l" r="r" t="t"/>
                  <a:pathLst>
                    <a:path extrusionOk="0" h="24112" w="24135">
                      <a:moveTo>
                        <a:pt x="1828" y="18402"/>
                      </a:moveTo>
                      <a:cubicBezTo>
                        <a:pt x="5257" y="24022"/>
                        <a:pt x="12687" y="25831"/>
                        <a:pt x="18402" y="22307"/>
                      </a:cubicBezTo>
                      <a:cubicBezTo>
                        <a:pt x="24117" y="18783"/>
                        <a:pt x="25831" y="11449"/>
                        <a:pt x="22307" y="5734"/>
                      </a:cubicBezTo>
                      <a:cubicBezTo>
                        <a:pt x="18783" y="19"/>
                        <a:pt x="11449" y="-1696"/>
                        <a:pt x="5733" y="1828"/>
                      </a:cubicBezTo>
                      <a:cubicBezTo>
                        <a:pt x="19" y="5353"/>
                        <a:pt x="-1696" y="12687"/>
                        <a:pt x="1828" y="18402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0" name="Google Shape;670;p33"/>
                <p:cNvSpPr/>
                <p:nvPr/>
              </p:nvSpPr>
              <p:spPr>
                <a:xfrm>
                  <a:off x="6193899" y="2628900"/>
                  <a:ext cx="17448" cy="35718"/>
                </a:xfrm>
                <a:custGeom>
                  <a:rect b="b" l="l" r="r" t="t"/>
                  <a:pathLst>
                    <a:path extrusionOk="0" h="35718" w="17448">
                      <a:moveTo>
                        <a:pt x="6400" y="0"/>
                      </a:moveTo>
                      <a:cubicBezTo>
                        <a:pt x="6400" y="0"/>
                        <a:pt x="685" y="22003"/>
                        <a:pt x="18" y="28575"/>
                      </a:cubicBezTo>
                      <a:cubicBezTo>
                        <a:pt x="-649" y="35147"/>
                        <a:pt x="17449" y="35719"/>
                        <a:pt x="17449" y="35719"/>
                      </a:cubicBezTo>
                    </a:path>
                  </a:pathLst>
                </a:custGeom>
                <a:noFill/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1" name="Google Shape;671;p33"/>
                <p:cNvSpPr/>
                <p:nvPr/>
              </p:nvSpPr>
              <p:spPr>
                <a:xfrm>
                  <a:off x="6226301" y="2652712"/>
                  <a:ext cx="13620" cy="24383"/>
                </a:xfrm>
                <a:custGeom>
                  <a:rect b="b" l="l" r="r" t="t"/>
                  <a:pathLst>
                    <a:path extrusionOk="0" h="24383" w="13620">
                      <a:moveTo>
                        <a:pt x="13621" y="0"/>
                      </a:moveTo>
                      <a:cubicBezTo>
                        <a:pt x="13621" y="0"/>
                        <a:pt x="10382" y="12001"/>
                        <a:pt x="0" y="24384"/>
                      </a:cubicBezTo>
                    </a:path>
                  </a:pathLst>
                </a:custGeom>
                <a:noFill/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2" name="Google Shape;672;p33"/>
                <p:cNvSpPr/>
                <p:nvPr/>
              </p:nvSpPr>
              <p:spPr>
                <a:xfrm>
                  <a:off x="6152868" y="2622522"/>
                  <a:ext cx="24112" cy="24090"/>
                </a:xfrm>
                <a:custGeom>
                  <a:rect b="b" l="l" r="r" t="t"/>
                  <a:pathLst>
                    <a:path extrusionOk="0" h="24090" w="24112">
                      <a:moveTo>
                        <a:pt x="1806" y="18379"/>
                      </a:moveTo>
                      <a:cubicBezTo>
                        <a:pt x="5234" y="23999"/>
                        <a:pt x="12664" y="25809"/>
                        <a:pt x="18379" y="22284"/>
                      </a:cubicBezTo>
                      <a:cubicBezTo>
                        <a:pt x="24094" y="18760"/>
                        <a:pt x="25808" y="11426"/>
                        <a:pt x="22284" y="5711"/>
                      </a:cubicBezTo>
                      <a:cubicBezTo>
                        <a:pt x="18855" y="91"/>
                        <a:pt x="11426" y="-1719"/>
                        <a:pt x="5711" y="1806"/>
                      </a:cubicBezTo>
                      <a:cubicBezTo>
                        <a:pt x="91" y="5235"/>
                        <a:pt x="-1719" y="12664"/>
                        <a:pt x="1806" y="18379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3" name="Google Shape;673;p33"/>
                <p:cNvSpPr/>
                <p:nvPr/>
              </p:nvSpPr>
              <p:spPr>
                <a:xfrm>
                  <a:off x="6371272" y="2566251"/>
                  <a:ext cx="31051" cy="10451"/>
                </a:xfrm>
                <a:custGeom>
                  <a:rect b="b" l="l" r="r" t="t"/>
                  <a:pathLst>
                    <a:path extrusionOk="0" h="10451" w="31051">
                      <a:moveTo>
                        <a:pt x="31052" y="10451"/>
                      </a:moveTo>
                      <a:cubicBezTo>
                        <a:pt x="31052" y="10451"/>
                        <a:pt x="19431" y="-7742"/>
                        <a:pt x="0" y="3879"/>
                      </a:cubicBezTo>
                    </a:path>
                  </a:pathLst>
                </a:custGeom>
                <a:noFill/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4" name="Google Shape;674;p33"/>
                <p:cNvSpPr/>
                <p:nvPr/>
              </p:nvSpPr>
              <p:spPr>
                <a:xfrm>
                  <a:off x="6381845" y="2568416"/>
                  <a:ext cx="8122" cy="26670"/>
                </a:xfrm>
                <a:custGeom>
                  <a:rect b="b" l="l" r="r" t="t"/>
                  <a:pathLst>
                    <a:path extrusionOk="0" h="26670" w="8122">
                      <a:moveTo>
                        <a:pt x="6667" y="0"/>
                      </a:moveTo>
                      <a:cubicBezTo>
                        <a:pt x="6667" y="0"/>
                        <a:pt x="12763" y="18860"/>
                        <a:pt x="0" y="26670"/>
                      </a:cubicBezTo>
                    </a:path>
                  </a:pathLst>
                </a:custGeom>
                <a:noFill/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5" name="Google Shape;675;p33"/>
                <p:cNvSpPr/>
                <p:nvPr/>
              </p:nvSpPr>
              <p:spPr>
                <a:xfrm>
                  <a:off x="6141719" y="2424032"/>
                  <a:ext cx="229857" cy="157073"/>
                </a:xfrm>
                <a:custGeom>
                  <a:rect b="b" l="l" r="r" t="t"/>
                  <a:pathLst>
                    <a:path extrusionOk="0" h="157073" w="229857">
                      <a:moveTo>
                        <a:pt x="227171" y="127049"/>
                      </a:moveTo>
                      <a:cubicBezTo>
                        <a:pt x="227171" y="127049"/>
                        <a:pt x="215551" y="133716"/>
                        <a:pt x="213170" y="146099"/>
                      </a:cubicBezTo>
                      <a:cubicBezTo>
                        <a:pt x="212122" y="151718"/>
                        <a:pt x="207931" y="156195"/>
                        <a:pt x="202311" y="156957"/>
                      </a:cubicBezTo>
                      <a:lnTo>
                        <a:pt x="201549" y="156957"/>
                      </a:lnTo>
                      <a:cubicBezTo>
                        <a:pt x="196025" y="157719"/>
                        <a:pt x="190691" y="154671"/>
                        <a:pt x="188500" y="149528"/>
                      </a:cubicBezTo>
                      <a:cubicBezTo>
                        <a:pt x="174498" y="116381"/>
                        <a:pt x="116491" y="4652"/>
                        <a:pt x="0" y="102284"/>
                      </a:cubicBezTo>
                      <a:cubicBezTo>
                        <a:pt x="0" y="102284"/>
                        <a:pt x="58960" y="-18589"/>
                        <a:pt x="155258" y="2462"/>
                      </a:cubicBezTo>
                      <a:cubicBezTo>
                        <a:pt x="251555" y="23512"/>
                        <a:pt x="227076" y="126954"/>
                        <a:pt x="227076" y="126954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6" name="Google Shape;676;p33"/>
                <p:cNvSpPr/>
                <p:nvPr/>
              </p:nvSpPr>
              <p:spPr>
                <a:xfrm>
                  <a:off x="6061246" y="2391210"/>
                  <a:ext cx="300192" cy="166906"/>
                </a:xfrm>
                <a:custGeom>
                  <a:rect b="b" l="l" r="r" t="t"/>
                  <a:pathLst>
                    <a:path extrusionOk="0" h="166906" w="300192">
                      <a:moveTo>
                        <a:pt x="79331" y="145678"/>
                      </a:moveTo>
                      <a:cubicBezTo>
                        <a:pt x="81045" y="145488"/>
                        <a:pt x="82760" y="145297"/>
                        <a:pt x="84474" y="145012"/>
                      </a:cubicBezTo>
                      <a:cubicBezTo>
                        <a:pt x="102858" y="142345"/>
                        <a:pt x="120955" y="137392"/>
                        <a:pt x="139434" y="135487"/>
                      </a:cubicBezTo>
                      <a:cubicBezTo>
                        <a:pt x="179820" y="131200"/>
                        <a:pt x="220587" y="141678"/>
                        <a:pt x="257353" y="158728"/>
                      </a:cubicBezTo>
                      <a:cubicBezTo>
                        <a:pt x="271260" y="165205"/>
                        <a:pt x="292119" y="174730"/>
                        <a:pt x="298406" y="155584"/>
                      </a:cubicBezTo>
                      <a:cubicBezTo>
                        <a:pt x="303740" y="139582"/>
                        <a:pt x="295930" y="118151"/>
                        <a:pt x="290691" y="103006"/>
                      </a:cubicBezTo>
                      <a:cubicBezTo>
                        <a:pt x="284976" y="86623"/>
                        <a:pt x="280213" y="75098"/>
                        <a:pt x="280308" y="57763"/>
                      </a:cubicBezTo>
                      <a:cubicBezTo>
                        <a:pt x="280404" y="40903"/>
                        <a:pt x="275832" y="22806"/>
                        <a:pt x="262306" y="11566"/>
                      </a:cubicBezTo>
                      <a:cubicBezTo>
                        <a:pt x="247257" y="-1007"/>
                        <a:pt x="225444" y="-1197"/>
                        <a:pt x="205918" y="1184"/>
                      </a:cubicBezTo>
                      <a:cubicBezTo>
                        <a:pt x="177629" y="4518"/>
                        <a:pt x="149816" y="11662"/>
                        <a:pt x="123336" y="22234"/>
                      </a:cubicBezTo>
                      <a:cubicBezTo>
                        <a:pt x="111525" y="26997"/>
                        <a:pt x="99810" y="32521"/>
                        <a:pt x="87237" y="34045"/>
                      </a:cubicBezTo>
                      <a:cubicBezTo>
                        <a:pt x="73235" y="35760"/>
                        <a:pt x="58852" y="32617"/>
                        <a:pt x="45041" y="35474"/>
                      </a:cubicBezTo>
                      <a:cubicBezTo>
                        <a:pt x="20371" y="40713"/>
                        <a:pt x="7608" y="62430"/>
                        <a:pt x="1893" y="85004"/>
                      </a:cubicBezTo>
                      <a:cubicBezTo>
                        <a:pt x="-4299" y="109674"/>
                        <a:pt x="4655" y="129676"/>
                        <a:pt x="29420" y="140344"/>
                      </a:cubicBezTo>
                      <a:cubicBezTo>
                        <a:pt x="44946" y="147012"/>
                        <a:pt x="62376" y="147488"/>
                        <a:pt x="79140" y="145583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>
                  <a:noFill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77" name="Google Shape;677;p33"/>
                <p:cNvSpPr/>
                <p:nvPr/>
              </p:nvSpPr>
              <p:spPr>
                <a:xfrm>
                  <a:off x="6148101" y="2529363"/>
                  <a:ext cx="34480" cy="36861"/>
                </a:xfrm>
                <a:custGeom>
                  <a:rect b="b" l="l" r="r" t="t"/>
                  <a:pathLst>
                    <a:path extrusionOk="0" h="36861" w="34480">
                      <a:moveTo>
                        <a:pt x="0" y="36862"/>
                      </a:moveTo>
                      <a:cubicBezTo>
                        <a:pt x="9715" y="15050"/>
                        <a:pt x="34480" y="0"/>
                        <a:pt x="34480" y="0"/>
                      </a:cubicBezTo>
                      <a:cubicBezTo>
                        <a:pt x="34480" y="0"/>
                        <a:pt x="25051" y="16192"/>
                        <a:pt x="26289" y="28670"/>
                      </a:cubicBezTo>
                    </a:path>
                  </a:pathLst>
                </a:custGeom>
                <a:noFill/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678" name="Google Shape;678;p33"/>
              <p:cNvGrpSpPr/>
              <p:nvPr/>
            </p:nvGrpSpPr>
            <p:grpSpPr>
              <a:xfrm>
                <a:off x="5843102" y="1841320"/>
                <a:ext cx="905645" cy="1120382"/>
                <a:chOff x="5843102" y="1841320"/>
                <a:chExt cx="905645" cy="1120382"/>
              </a:xfrm>
            </p:grpSpPr>
            <p:sp>
              <p:nvSpPr>
                <p:cNvPr id="679" name="Google Shape;679;p33"/>
                <p:cNvSpPr/>
                <p:nvPr/>
              </p:nvSpPr>
              <p:spPr>
                <a:xfrm>
                  <a:off x="5843102" y="1841320"/>
                  <a:ext cx="386057" cy="1120382"/>
                </a:xfrm>
                <a:custGeom>
                  <a:rect b="b" l="l" r="r" t="t"/>
                  <a:pathLst>
                    <a:path extrusionOk="0" h="1120382" w="386057">
                      <a:moveTo>
                        <a:pt x="217941" y="215127"/>
                      </a:moveTo>
                      <a:cubicBezTo>
                        <a:pt x="231276" y="187123"/>
                        <a:pt x="271090" y="184266"/>
                        <a:pt x="271090" y="184266"/>
                      </a:cubicBezTo>
                      <a:cubicBezTo>
                        <a:pt x="271090" y="184266"/>
                        <a:pt x="340432" y="129116"/>
                        <a:pt x="346814" y="148547"/>
                      </a:cubicBezTo>
                      <a:cubicBezTo>
                        <a:pt x="353196" y="167978"/>
                        <a:pt x="323668" y="202840"/>
                        <a:pt x="307476" y="245797"/>
                      </a:cubicBezTo>
                      <a:cubicBezTo>
                        <a:pt x="291188" y="288850"/>
                        <a:pt x="265852" y="307710"/>
                        <a:pt x="265852" y="307710"/>
                      </a:cubicBezTo>
                      <a:lnTo>
                        <a:pt x="195938" y="632417"/>
                      </a:lnTo>
                      <a:lnTo>
                        <a:pt x="386057" y="1004083"/>
                      </a:lnTo>
                      <a:lnTo>
                        <a:pt x="226514" y="1120383"/>
                      </a:lnTo>
                      <a:lnTo>
                        <a:pt x="39347" y="809963"/>
                      </a:lnTo>
                      <a:cubicBezTo>
                        <a:pt x="-6563" y="733858"/>
                        <a:pt x="-12659" y="640228"/>
                        <a:pt x="22964" y="558884"/>
                      </a:cubicBezTo>
                      <a:lnTo>
                        <a:pt x="121167" y="295518"/>
                      </a:lnTo>
                      <a:cubicBezTo>
                        <a:pt x="104213" y="263704"/>
                        <a:pt x="113356" y="171598"/>
                        <a:pt x="113356" y="171598"/>
                      </a:cubicBezTo>
                      <a:cubicBezTo>
                        <a:pt x="113356" y="171598"/>
                        <a:pt x="138026" y="59965"/>
                        <a:pt x="149170" y="58726"/>
                      </a:cubicBezTo>
                      <a:cubicBezTo>
                        <a:pt x="173935" y="55964"/>
                        <a:pt x="158695" y="133688"/>
                        <a:pt x="158695" y="133688"/>
                      </a:cubicBezTo>
                      <a:cubicBezTo>
                        <a:pt x="158695" y="133688"/>
                        <a:pt x="169459" y="35771"/>
                        <a:pt x="189652" y="32723"/>
                      </a:cubicBezTo>
                      <a:cubicBezTo>
                        <a:pt x="209845" y="29675"/>
                        <a:pt x="195843" y="128926"/>
                        <a:pt x="195843" y="128926"/>
                      </a:cubicBezTo>
                      <a:cubicBezTo>
                        <a:pt x="195843" y="128926"/>
                        <a:pt x="209845" y="3196"/>
                        <a:pt x="237658" y="52"/>
                      </a:cubicBezTo>
                      <a:cubicBezTo>
                        <a:pt x="265471" y="-3091"/>
                        <a:pt x="237753" y="136545"/>
                        <a:pt x="237753" y="136545"/>
                      </a:cubicBezTo>
                      <a:cubicBezTo>
                        <a:pt x="237753" y="136545"/>
                        <a:pt x="243754" y="29389"/>
                        <a:pt x="271662" y="35009"/>
                      </a:cubicBezTo>
                      <a:cubicBezTo>
                        <a:pt x="299570" y="40629"/>
                        <a:pt x="270900" y="184361"/>
                        <a:pt x="270900" y="184361"/>
                      </a:cubicBezTo>
                    </a:path>
                  </a:pathLst>
                </a:custGeom>
                <a:solidFill>
                  <a:srgbClr val="F6B26B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80" name="Google Shape;680;p33"/>
                <p:cNvSpPr/>
                <p:nvPr/>
              </p:nvSpPr>
              <p:spPr>
                <a:xfrm>
                  <a:off x="6052706" y="1845980"/>
                  <a:ext cx="696041" cy="925508"/>
                </a:xfrm>
                <a:custGeom>
                  <a:rect b="b" l="l" r="r" t="t"/>
                  <a:pathLst>
                    <a:path extrusionOk="0" h="925508" w="696041">
                      <a:moveTo>
                        <a:pt x="144449" y="185321"/>
                      </a:moveTo>
                      <a:cubicBezTo>
                        <a:pt x="117874" y="169414"/>
                        <a:pt x="83108" y="189131"/>
                        <a:pt x="83108" y="189131"/>
                      </a:cubicBezTo>
                      <a:cubicBezTo>
                        <a:pt x="83108" y="189131"/>
                        <a:pt x="-5189" y="181606"/>
                        <a:pt x="241" y="201418"/>
                      </a:cubicBezTo>
                      <a:cubicBezTo>
                        <a:pt x="5670" y="221230"/>
                        <a:pt x="49580" y="233803"/>
                        <a:pt x="86918" y="260569"/>
                      </a:cubicBezTo>
                      <a:cubicBezTo>
                        <a:pt x="124256" y="287334"/>
                        <a:pt x="155879" y="288953"/>
                        <a:pt x="155879" y="288953"/>
                      </a:cubicBezTo>
                      <a:lnTo>
                        <a:pt x="362000" y="552700"/>
                      </a:lnTo>
                      <a:lnTo>
                        <a:pt x="459536" y="925509"/>
                      </a:lnTo>
                      <a:lnTo>
                        <a:pt x="696042" y="905697"/>
                      </a:lnTo>
                      <a:lnTo>
                        <a:pt x="594791" y="518410"/>
                      </a:lnTo>
                      <a:cubicBezTo>
                        <a:pt x="583742" y="476215"/>
                        <a:pt x="558882" y="438972"/>
                        <a:pt x="524211" y="412588"/>
                      </a:cubicBezTo>
                      <a:lnTo>
                        <a:pt x="257034" y="209324"/>
                      </a:lnTo>
                      <a:cubicBezTo>
                        <a:pt x="262178" y="181892"/>
                        <a:pt x="207314" y="91119"/>
                        <a:pt x="207314" y="91119"/>
                      </a:cubicBezTo>
                      <a:cubicBezTo>
                        <a:pt x="207314" y="91119"/>
                        <a:pt x="200170" y="-7560"/>
                        <a:pt x="177596" y="3013"/>
                      </a:cubicBezTo>
                      <a:cubicBezTo>
                        <a:pt x="155022" y="13585"/>
                        <a:pt x="162166" y="75403"/>
                        <a:pt x="162166" y="75403"/>
                      </a:cubicBezTo>
                      <a:cubicBezTo>
                        <a:pt x="162166" y="75403"/>
                        <a:pt x="122160" y="-8036"/>
                        <a:pt x="103682" y="631"/>
                      </a:cubicBezTo>
                      <a:cubicBezTo>
                        <a:pt x="85203" y="9299"/>
                        <a:pt x="121303" y="93119"/>
                        <a:pt x="121303" y="93119"/>
                      </a:cubicBezTo>
                      <a:cubicBezTo>
                        <a:pt x="121303" y="93119"/>
                        <a:pt x="68058" y="1012"/>
                        <a:pt x="43198" y="13871"/>
                      </a:cubicBezTo>
                      <a:cubicBezTo>
                        <a:pt x="18243" y="26635"/>
                        <a:pt x="88251" y="121504"/>
                        <a:pt x="88251" y="121504"/>
                      </a:cubicBezTo>
                      <a:cubicBezTo>
                        <a:pt x="88251" y="121504"/>
                        <a:pt x="41960" y="50828"/>
                        <a:pt x="21862" y="70926"/>
                      </a:cubicBezTo>
                      <a:cubicBezTo>
                        <a:pt x="1765" y="91024"/>
                        <a:pt x="83203" y="189226"/>
                        <a:pt x="83203" y="189226"/>
                      </a:cubicBezTo>
                    </a:path>
                  </a:pathLst>
                </a:custGeom>
                <a:solidFill>
                  <a:srgbClr val="F6B26B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81" name="Google Shape;681;p33"/>
                <p:cNvSpPr/>
                <p:nvPr/>
              </p:nvSpPr>
              <p:spPr>
                <a:xfrm>
                  <a:off x="6039135" y="1985720"/>
                  <a:ext cx="151764" cy="488017"/>
                </a:xfrm>
                <a:custGeom>
                  <a:rect b="b" l="l" r="r" t="t"/>
                  <a:pathLst>
                    <a:path extrusionOk="0" h="488017" w="151764">
                      <a:moveTo>
                        <a:pt x="13526" y="81681"/>
                      </a:moveTo>
                      <a:cubicBezTo>
                        <a:pt x="28670" y="44534"/>
                        <a:pt x="75152" y="39866"/>
                        <a:pt x="75152" y="39866"/>
                      </a:cubicBezTo>
                      <a:cubicBezTo>
                        <a:pt x="75152" y="39866"/>
                        <a:pt x="144494" y="-15283"/>
                        <a:pt x="150876" y="4148"/>
                      </a:cubicBezTo>
                      <a:cubicBezTo>
                        <a:pt x="157258" y="23579"/>
                        <a:pt x="127730" y="58440"/>
                        <a:pt x="111538" y="101398"/>
                      </a:cubicBezTo>
                      <a:cubicBezTo>
                        <a:pt x="95250" y="144451"/>
                        <a:pt x="69913" y="163310"/>
                        <a:pt x="69913" y="163310"/>
                      </a:cubicBezTo>
                      <a:lnTo>
                        <a:pt x="0" y="488018"/>
                      </a:lnTo>
                    </a:path>
                  </a:pathLst>
                </a:custGeom>
                <a:solidFill>
                  <a:srgbClr val="F6B26B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682" name="Google Shape;682;p33"/>
              <p:cNvGrpSpPr/>
              <p:nvPr/>
            </p:nvGrpSpPr>
            <p:grpSpPr>
              <a:xfrm>
                <a:off x="5944361" y="2480024"/>
                <a:ext cx="822007" cy="1129188"/>
                <a:chOff x="5944361" y="2480024"/>
                <a:chExt cx="822007" cy="1129188"/>
              </a:xfrm>
            </p:grpSpPr>
            <p:sp>
              <p:nvSpPr>
                <p:cNvPr id="683" name="Google Shape;683;p33"/>
                <p:cNvSpPr/>
                <p:nvPr/>
              </p:nvSpPr>
              <p:spPr>
                <a:xfrm>
                  <a:off x="5944361" y="2480024"/>
                  <a:ext cx="822007" cy="1129188"/>
                </a:xfrm>
                <a:custGeom>
                  <a:rect b="b" l="l" r="r" t="t"/>
                  <a:pathLst>
                    <a:path extrusionOk="0" h="1129188" w="822007">
                      <a:moveTo>
                        <a:pt x="359283" y="314039"/>
                      </a:moveTo>
                      <a:cubicBezTo>
                        <a:pt x="359283" y="314039"/>
                        <a:pt x="359855" y="314039"/>
                        <a:pt x="360141" y="314135"/>
                      </a:cubicBezTo>
                      <a:cubicBezTo>
                        <a:pt x="421862" y="321659"/>
                        <a:pt x="476631" y="274130"/>
                        <a:pt x="479298" y="212027"/>
                      </a:cubicBezTo>
                      <a:cubicBezTo>
                        <a:pt x="480822" y="176213"/>
                        <a:pt x="483299" y="125730"/>
                        <a:pt x="487013" y="78105"/>
                      </a:cubicBezTo>
                      <a:lnTo>
                        <a:pt x="758476" y="0"/>
                      </a:lnTo>
                      <a:cubicBezTo>
                        <a:pt x="758476" y="0"/>
                        <a:pt x="836581" y="264319"/>
                        <a:pt x="818579" y="401098"/>
                      </a:cubicBezTo>
                      <a:cubicBezTo>
                        <a:pt x="800576" y="537877"/>
                        <a:pt x="785051" y="798481"/>
                        <a:pt x="800481" y="863060"/>
                      </a:cubicBezTo>
                      <a:cubicBezTo>
                        <a:pt x="816007" y="927545"/>
                        <a:pt x="822008" y="1064323"/>
                        <a:pt x="822008" y="1064323"/>
                      </a:cubicBezTo>
                      <a:cubicBezTo>
                        <a:pt x="822008" y="1064323"/>
                        <a:pt x="415766" y="1126808"/>
                        <a:pt x="220694" y="1129189"/>
                      </a:cubicBezTo>
                      <a:cubicBezTo>
                        <a:pt x="220694" y="1129189"/>
                        <a:pt x="196120" y="1052322"/>
                        <a:pt x="208693" y="940498"/>
                      </a:cubicBezTo>
                      <a:cubicBezTo>
                        <a:pt x="221266" y="828675"/>
                        <a:pt x="208693" y="633031"/>
                        <a:pt x="208693" y="633031"/>
                      </a:cubicBezTo>
                      <a:lnTo>
                        <a:pt x="0" y="310039"/>
                      </a:lnTo>
                      <a:lnTo>
                        <a:pt x="197453" y="192500"/>
                      </a:lnTo>
                      <a:cubicBezTo>
                        <a:pt x="197453" y="192500"/>
                        <a:pt x="249650" y="280321"/>
                        <a:pt x="336995" y="303371"/>
                      </a:cubicBezTo>
                      <a:cubicBezTo>
                        <a:pt x="345281" y="305562"/>
                        <a:pt x="350996" y="312992"/>
                        <a:pt x="359474" y="314039"/>
                      </a:cubicBezTo>
                      <a:close/>
                    </a:path>
                  </a:pathLst>
                </a:custGeom>
                <a:solidFill>
                  <a:srgbClr val="FFFAE6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84" name="Google Shape;684;p33"/>
                <p:cNvSpPr/>
                <p:nvPr/>
              </p:nvSpPr>
              <p:spPr>
                <a:xfrm>
                  <a:off x="5944361" y="2480024"/>
                  <a:ext cx="822007" cy="1129188"/>
                </a:xfrm>
                <a:custGeom>
                  <a:rect b="b" l="l" r="r" t="t"/>
                  <a:pathLst>
                    <a:path extrusionOk="0" h="1129188" w="822007">
                      <a:moveTo>
                        <a:pt x="359283" y="314039"/>
                      </a:moveTo>
                      <a:cubicBezTo>
                        <a:pt x="359283" y="314039"/>
                        <a:pt x="359855" y="314039"/>
                        <a:pt x="360141" y="314135"/>
                      </a:cubicBezTo>
                      <a:cubicBezTo>
                        <a:pt x="421862" y="321659"/>
                        <a:pt x="476631" y="274130"/>
                        <a:pt x="479298" y="212027"/>
                      </a:cubicBezTo>
                      <a:cubicBezTo>
                        <a:pt x="480822" y="176213"/>
                        <a:pt x="483299" y="125730"/>
                        <a:pt x="487013" y="78105"/>
                      </a:cubicBezTo>
                      <a:lnTo>
                        <a:pt x="758476" y="0"/>
                      </a:lnTo>
                      <a:cubicBezTo>
                        <a:pt x="758476" y="0"/>
                        <a:pt x="836581" y="264319"/>
                        <a:pt x="818579" y="401098"/>
                      </a:cubicBezTo>
                      <a:cubicBezTo>
                        <a:pt x="800576" y="537877"/>
                        <a:pt x="785051" y="798481"/>
                        <a:pt x="800481" y="863060"/>
                      </a:cubicBezTo>
                      <a:cubicBezTo>
                        <a:pt x="816007" y="927545"/>
                        <a:pt x="822008" y="1064323"/>
                        <a:pt x="822008" y="1064323"/>
                      </a:cubicBezTo>
                      <a:cubicBezTo>
                        <a:pt x="822008" y="1064323"/>
                        <a:pt x="415766" y="1126808"/>
                        <a:pt x="220694" y="1129189"/>
                      </a:cubicBezTo>
                      <a:cubicBezTo>
                        <a:pt x="220694" y="1129189"/>
                        <a:pt x="196120" y="1052322"/>
                        <a:pt x="208693" y="940498"/>
                      </a:cubicBezTo>
                      <a:cubicBezTo>
                        <a:pt x="221266" y="828675"/>
                        <a:pt x="208693" y="633031"/>
                        <a:pt x="208693" y="633031"/>
                      </a:cubicBezTo>
                      <a:lnTo>
                        <a:pt x="0" y="310039"/>
                      </a:lnTo>
                      <a:lnTo>
                        <a:pt x="197453" y="192500"/>
                      </a:lnTo>
                      <a:cubicBezTo>
                        <a:pt x="197453" y="192500"/>
                        <a:pt x="249650" y="280321"/>
                        <a:pt x="336995" y="303371"/>
                      </a:cubicBezTo>
                      <a:cubicBezTo>
                        <a:pt x="345281" y="305562"/>
                        <a:pt x="350996" y="312992"/>
                        <a:pt x="359474" y="314039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685" name="Google Shape;685;p33"/>
              <p:cNvGrpSpPr/>
              <p:nvPr/>
            </p:nvGrpSpPr>
            <p:grpSpPr>
              <a:xfrm>
                <a:off x="5840253" y="3544252"/>
                <a:ext cx="962459" cy="1600295"/>
                <a:chOff x="5840253" y="3544252"/>
                <a:chExt cx="962459" cy="1600295"/>
              </a:xfrm>
            </p:grpSpPr>
            <p:sp>
              <p:nvSpPr>
                <p:cNvPr id="686" name="Google Shape;686;p33"/>
                <p:cNvSpPr/>
                <p:nvPr/>
              </p:nvSpPr>
              <p:spPr>
                <a:xfrm>
                  <a:off x="5840253" y="3544252"/>
                  <a:ext cx="962459" cy="1600295"/>
                </a:xfrm>
                <a:custGeom>
                  <a:rect b="b" l="l" r="r" t="t"/>
                  <a:pathLst>
                    <a:path extrusionOk="0" h="1600295" w="962459">
                      <a:moveTo>
                        <a:pt x="926021" y="0"/>
                      </a:moveTo>
                      <a:cubicBezTo>
                        <a:pt x="926021" y="0"/>
                        <a:pt x="977265" y="217932"/>
                        <a:pt x="958215" y="348710"/>
                      </a:cubicBezTo>
                      <a:cubicBezTo>
                        <a:pt x="939165" y="479488"/>
                        <a:pt x="837533" y="1600295"/>
                        <a:pt x="837533" y="1600295"/>
                      </a:cubicBezTo>
                      <a:lnTo>
                        <a:pt x="580358" y="1600295"/>
                      </a:lnTo>
                      <a:lnTo>
                        <a:pt x="580358" y="492157"/>
                      </a:lnTo>
                      <a:lnTo>
                        <a:pt x="373952" y="956786"/>
                      </a:lnTo>
                      <a:lnTo>
                        <a:pt x="269748" y="1600295"/>
                      </a:lnTo>
                      <a:lnTo>
                        <a:pt x="0" y="1600295"/>
                      </a:lnTo>
                      <a:lnTo>
                        <a:pt x="56864" y="940784"/>
                      </a:lnTo>
                      <a:cubicBezTo>
                        <a:pt x="58769" y="919067"/>
                        <a:pt x="62960" y="897636"/>
                        <a:pt x="69533" y="876872"/>
                      </a:cubicBezTo>
                      <a:lnTo>
                        <a:pt x="324707" y="64865"/>
                      </a:lnTo>
                      <a:lnTo>
                        <a:pt x="926021" y="0"/>
                      </a:lnTo>
                      <a:close/>
                    </a:path>
                  </a:pathLst>
                </a:custGeom>
                <a:solidFill>
                  <a:schemeClr val="accent2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687" name="Google Shape;687;p33"/>
                <p:cNvGrpSpPr/>
                <p:nvPr/>
              </p:nvGrpSpPr>
              <p:grpSpPr>
                <a:xfrm>
                  <a:off x="6066472" y="3552099"/>
                  <a:ext cx="679952" cy="1592390"/>
                  <a:chOff x="6066472" y="3552099"/>
                  <a:chExt cx="679952" cy="1592390"/>
                </a:xfrm>
              </p:grpSpPr>
              <p:sp>
                <p:nvSpPr>
                  <p:cNvPr id="688" name="Google Shape;688;p33"/>
                  <p:cNvSpPr/>
                  <p:nvPr/>
                </p:nvSpPr>
                <p:spPr>
                  <a:xfrm>
                    <a:off x="6639306" y="3552195"/>
                    <a:ext cx="107118" cy="1592294"/>
                  </a:xfrm>
                  <a:custGeom>
                    <a:rect b="b" l="l" r="r" t="t"/>
                    <a:pathLst>
                      <a:path extrusionOk="0" h="1592294" w="107118">
                        <a:moveTo>
                          <a:pt x="49244" y="0"/>
                        </a:moveTo>
                        <a:cubicBezTo>
                          <a:pt x="49244" y="0"/>
                          <a:pt x="112300" y="128588"/>
                          <a:pt x="106775" y="276320"/>
                        </a:cubicBezTo>
                        <a:cubicBezTo>
                          <a:pt x="101251" y="424053"/>
                          <a:pt x="0" y="1592294"/>
                          <a:pt x="0" y="1592294"/>
                        </a:cubicBez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89" name="Google Shape;689;p33"/>
                  <p:cNvSpPr/>
                  <p:nvPr/>
                </p:nvSpPr>
                <p:spPr>
                  <a:xfrm>
                    <a:off x="6591014" y="3552099"/>
                    <a:ext cx="107118" cy="1592294"/>
                  </a:xfrm>
                  <a:custGeom>
                    <a:rect b="b" l="l" r="r" t="t"/>
                    <a:pathLst>
                      <a:path extrusionOk="0" h="1592294" w="107118">
                        <a:moveTo>
                          <a:pt x="49244" y="0"/>
                        </a:moveTo>
                        <a:cubicBezTo>
                          <a:pt x="49244" y="0"/>
                          <a:pt x="112300" y="128588"/>
                          <a:pt x="106775" y="276320"/>
                        </a:cubicBezTo>
                        <a:cubicBezTo>
                          <a:pt x="101251" y="424053"/>
                          <a:pt x="0" y="1592294"/>
                          <a:pt x="0" y="1592294"/>
                        </a:cubicBezTo>
                      </a:path>
                    </a:pathLst>
                  </a:custGeom>
                  <a:noFill/>
                  <a:ln cap="flat" cmpd="sng" w="9525">
                    <a:solidFill>
                      <a:schemeClr val="dk1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90" name="Google Shape;690;p33"/>
                  <p:cNvSpPr/>
                  <p:nvPr/>
                </p:nvSpPr>
                <p:spPr>
                  <a:xfrm>
                    <a:off x="6066472" y="3958304"/>
                    <a:ext cx="346709" cy="1126426"/>
                  </a:xfrm>
                  <a:custGeom>
                    <a:rect b="b" l="l" r="r" t="t"/>
                    <a:pathLst>
                      <a:path extrusionOk="0" h="1126426" w="346709">
                        <a:moveTo>
                          <a:pt x="346710" y="0"/>
                        </a:moveTo>
                        <a:lnTo>
                          <a:pt x="86487" y="501110"/>
                        </a:lnTo>
                        <a:cubicBezTo>
                          <a:pt x="80867" y="511397"/>
                          <a:pt x="77248" y="522732"/>
                          <a:pt x="75724" y="534353"/>
                        </a:cubicBezTo>
                        <a:lnTo>
                          <a:pt x="0" y="1126426"/>
                        </a:lnTo>
                      </a:path>
                    </a:pathLst>
                  </a:custGeom>
                  <a:noFill/>
                  <a:ln cap="rnd" cmpd="sng" w="952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691" name="Google Shape;691;p33"/>
                  <p:cNvSpPr/>
                  <p:nvPr/>
                </p:nvSpPr>
                <p:spPr>
                  <a:xfrm>
                    <a:off x="6333759" y="3902394"/>
                    <a:ext cx="86939" cy="322440"/>
                  </a:xfrm>
                  <a:custGeom>
                    <a:rect b="b" l="l" r="r" t="t"/>
                    <a:pathLst>
                      <a:path extrusionOk="0" h="383857" w="86939">
                        <a:moveTo>
                          <a:pt x="74081" y="95"/>
                        </a:moveTo>
                        <a:cubicBezTo>
                          <a:pt x="74081" y="95"/>
                          <a:pt x="-24312" y="235839"/>
                          <a:pt x="5692" y="383857"/>
                        </a:cubicBezTo>
                        <a:lnTo>
                          <a:pt x="86940" y="194500"/>
                        </a:lnTo>
                        <a:lnTo>
                          <a:pt x="86940" y="118967"/>
                        </a:lnTo>
                        <a:lnTo>
                          <a:pt x="74081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692" name="Google Shape;692;p33"/>
              <p:cNvSpPr/>
              <p:nvPr/>
            </p:nvSpPr>
            <p:spPr>
              <a:xfrm>
                <a:off x="6402324" y="3845337"/>
                <a:ext cx="18287" cy="191071"/>
              </a:xfrm>
              <a:custGeom>
                <a:rect b="b" l="l" r="r" t="t"/>
                <a:pathLst>
                  <a:path extrusionOk="0" h="191071" w="18287">
                    <a:moveTo>
                      <a:pt x="0" y="0"/>
                    </a:moveTo>
                    <a:lnTo>
                      <a:pt x="18288" y="191071"/>
                    </a:lnTo>
                  </a:path>
                </a:pathLst>
              </a:custGeom>
              <a:noFill/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693" name="Google Shape;693;p33"/>
              <p:cNvGrpSpPr/>
              <p:nvPr/>
            </p:nvGrpSpPr>
            <p:grpSpPr>
              <a:xfrm>
                <a:off x="5444966" y="5262449"/>
                <a:ext cx="621426" cy="256716"/>
                <a:chOff x="5444966" y="5262449"/>
                <a:chExt cx="621426" cy="256716"/>
              </a:xfrm>
            </p:grpSpPr>
            <p:sp>
              <p:nvSpPr>
                <p:cNvPr id="694" name="Google Shape;694;p33"/>
                <p:cNvSpPr/>
                <p:nvPr/>
              </p:nvSpPr>
              <p:spPr>
                <a:xfrm>
                  <a:off x="5447536" y="5262449"/>
                  <a:ext cx="618856" cy="245000"/>
                </a:xfrm>
                <a:custGeom>
                  <a:rect b="b" l="l" r="r" t="t"/>
                  <a:pathLst>
                    <a:path extrusionOk="0" h="245000" w="618856">
                      <a:moveTo>
                        <a:pt x="605697" y="72407"/>
                      </a:moveTo>
                      <a:cubicBezTo>
                        <a:pt x="603315" y="64025"/>
                        <a:pt x="592838" y="60978"/>
                        <a:pt x="586456" y="66883"/>
                      </a:cubicBezTo>
                      <a:cubicBezTo>
                        <a:pt x="567692" y="84218"/>
                        <a:pt x="531973" y="112317"/>
                        <a:pt x="497683" y="112317"/>
                      </a:cubicBezTo>
                      <a:cubicBezTo>
                        <a:pt x="458726" y="112317"/>
                        <a:pt x="417292" y="73455"/>
                        <a:pt x="419768" y="65549"/>
                      </a:cubicBezTo>
                      <a:cubicBezTo>
                        <a:pt x="427293" y="42118"/>
                        <a:pt x="413196" y="3732"/>
                        <a:pt x="389003" y="113"/>
                      </a:cubicBezTo>
                      <a:cubicBezTo>
                        <a:pt x="356999" y="-4650"/>
                        <a:pt x="188692" y="142988"/>
                        <a:pt x="75249" y="167657"/>
                      </a:cubicBezTo>
                      <a:lnTo>
                        <a:pt x="34959" y="181469"/>
                      </a:lnTo>
                      <a:cubicBezTo>
                        <a:pt x="13908" y="188708"/>
                        <a:pt x="-189" y="208615"/>
                        <a:pt x="2" y="230904"/>
                      </a:cubicBezTo>
                      <a:cubicBezTo>
                        <a:pt x="2" y="238714"/>
                        <a:pt x="6765" y="245000"/>
                        <a:pt x="14575" y="245000"/>
                      </a:cubicBezTo>
                      <a:lnTo>
                        <a:pt x="570740" y="245000"/>
                      </a:lnTo>
                      <a:cubicBezTo>
                        <a:pt x="590171" y="245000"/>
                        <a:pt x="607411" y="232047"/>
                        <a:pt x="612364" y="213282"/>
                      </a:cubicBezTo>
                      <a:cubicBezTo>
                        <a:pt x="619793" y="184993"/>
                        <a:pt x="624461" y="137939"/>
                        <a:pt x="605601" y="72312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695" name="Google Shape;695;p33"/>
                <p:cNvSpPr/>
                <p:nvPr/>
              </p:nvSpPr>
              <p:spPr>
                <a:xfrm>
                  <a:off x="5444966" y="5459730"/>
                  <a:ext cx="619278" cy="59435"/>
                </a:xfrm>
                <a:custGeom>
                  <a:rect b="b" l="l" r="r" t="t"/>
                  <a:pathLst>
                    <a:path extrusionOk="0" h="59435" w="619278">
                      <a:moveTo>
                        <a:pt x="2667" y="33718"/>
                      </a:moveTo>
                      <a:cubicBezTo>
                        <a:pt x="2667" y="33718"/>
                        <a:pt x="-3334" y="47720"/>
                        <a:pt x="2667" y="59436"/>
                      </a:cubicBezTo>
                      <a:lnTo>
                        <a:pt x="585693" y="59436"/>
                      </a:lnTo>
                      <a:cubicBezTo>
                        <a:pt x="595598" y="59436"/>
                        <a:pt x="604838" y="54292"/>
                        <a:pt x="609600" y="45625"/>
                      </a:cubicBezTo>
                      <a:cubicBezTo>
                        <a:pt x="615506" y="34766"/>
                        <a:pt x="621506" y="18479"/>
                        <a:pt x="618458" y="0"/>
                      </a:cubicBezTo>
                      <a:cubicBezTo>
                        <a:pt x="618458" y="0"/>
                        <a:pt x="506730" y="40386"/>
                        <a:pt x="2667" y="33718"/>
                      </a:cubicBezTo>
                      <a:close/>
                    </a:path>
                  </a:pathLst>
                </a:custGeom>
                <a:solidFill>
                  <a:schemeClr val="accent5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696" name="Google Shape;696;p33"/>
              <p:cNvSpPr/>
              <p:nvPr/>
            </p:nvSpPr>
            <p:spPr>
              <a:xfrm>
                <a:off x="6152959" y="3013519"/>
                <a:ext cx="9525" cy="99440"/>
              </a:xfrm>
              <a:custGeom>
                <a:rect b="b" l="l" r="r" t="t"/>
                <a:pathLst>
                  <a:path extrusionOk="0" h="99440" w="9525">
                    <a:moveTo>
                      <a:pt x="0" y="0"/>
                    </a:moveTo>
                    <a:lnTo>
                      <a:pt x="0" y="99441"/>
                    </a:lnTo>
                  </a:path>
                </a:pathLst>
              </a:custGeom>
              <a:noFill/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697" name="Google Shape;697;p33"/>
              <p:cNvGrpSpPr/>
              <p:nvPr/>
            </p:nvGrpSpPr>
            <p:grpSpPr>
              <a:xfrm>
                <a:off x="6267649" y="2717006"/>
                <a:ext cx="157621" cy="556441"/>
                <a:chOff x="6267649" y="2717006"/>
                <a:chExt cx="157621" cy="556441"/>
              </a:xfrm>
            </p:grpSpPr>
            <p:sp>
              <p:nvSpPr>
                <p:cNvPr id="698" name="Google Shape;698;p33"/>
                <p:cNvSpPr/>
                <p:nvPr/>
              </p:nvSpPr>
              <p:spPr>
                <a:xfrm>
                  <a:off x="6267649" y="2717006"/>
                  <a:ext cx="157621" cy="466915"/>
                </a:xfrm>
                <a:custGeom>
                  <a:rect b="b" l="l" r="r" t="t"/>
                  <a:pathLst>
                    <a:path extrusionOk="0" h="466915" w="157621">
                      <a:moveTo>
                        <a:pt x="10945" y="54483"/>
                      </a:moveTo>
                      <a:cubicBezTo>
                        <a:pt x="10945" y="54483"/>
                        <a:pt x="-47062" y="140875"/>
                        <a:pt x="104004" y="466915"/>
                      </a:cubicBezTo>
                      <a:cubicBezTo>
                        <a:pt x="104004" y="466915"/>
                        <a:pt x="183252" y="63341"/>
                        <a:pt x="149058" y="0"/>
                      </a:cubicBezTo>
                    </a:path>
                  </a:pathLst>
                </a:custGeom>
                <a:noFill/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699" name="Google Shape;699;p33"/>
                <p:cNvGrpSpPr/>
                <p:nvPr/>
              </p:nvGrpSpPr>
              <p:grpSpPr>
                <a:xfrm>
                  <a:off x="6340984" y="3162569"/>
                  <a:ext cx="61463" cy="110878"/>
                  <a:chOff x="6340984" y="3162569"/>
                  <a:chExt cx="61463" cy="110878"/>
                </a:xfrm>
              </p:grpSpPr>
              <p:sp>
                <p:nvSpPr>
                  <p:cNvPr id="700" name="Google Shape;700;p33"/>
                  <p:cNvSpPr/>
                  <p:nvPr/>
                </p:nvSpPr>
                <p:spPr>
                  <a:xfrm>
                    <a:off x="6340984" y="3162569"/>
                    <a:ext cx="61463" cy="110878"/>
                  </a:xfrm>
                  <a:custGeom>
                    <a:rect b="b" l="l" r="r" t="t"/>
                    <a:pathLst>
                      <a:path extrusionOk="0" h="110878" w="61463">
                        <a:moveTo>
                          <a:pt x="2951" y="42021"/>
                        </a:moveTo>
                        <a:cubicBezTo>
                          <a:pt x="-9050" y="13160"/>
                          <a:pt x="19430" y="2302"/>
                          <a:pt x="19430" y="2302"/>
                        </a:cubicBezTo>
                        <a:cubicBezTo>
                          <a:pt x="34955" y="-4080"/>
                          <a:pt x="52672" y="3254"/>
                          <a:pt x="59149" y="18780"/>
                        </a:cubicBezTo>
                        <a:cubicBezTo>
                          <a:pt x="64578" y="31829"/>
                          <a:pt x="60101" y="46308"/>
                          <a:pt x="49433" y="54499"/>
                        </a:cubicBezTo>
                        <a:lnTo>
                          <a:pt x="46385" y="103458"/>
                        </a:lnTo>
                        <a:cubicBezTo>
                          <a:pt x="46290" y="105362"/>
                          <a:pt x="45052" y="107077"/>
                          <a:pt x="43242" y="107839"/>
                        </a:cubicBezTo>
                        <a:lnTo>
                          <a:pt x="36765" y="110506"/>
                        </a:lnTo>
                        <a:cubicBezTo>
                          <a:pt x="34193" y="111554"/>
                          <a:pt x="31241" y="110315"/>
                          <a:pt x="30193" y="107744"/>
                        </a:cubicBezTo>
                        <a:lnTo>
                          <a:pt x="2951" y="42021"/>
                        </a:lnTo>
                        <a:close/>
                      </a:path>
                    </a:pathLst>
                  </a:custGeom>
                  <a:solidFill>
                    <a:schemeClr val="accent4"/>
                  </a:solidFill>
                  <a:ln cap="rnd" cmpd="sng" w="952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701" name="Google Shape;701;p33"/>
                  <p:cNvSpPr/>
                  <p:nvPr/>
                </p:nvSpPr>
                <p:spPr>
                  <a:xfrm>
                    <a:off x="6355910" y="3177703"/>
                    <a:ext cx="30724" cy="30738"/>
                  </a:xfrm>
                  <a:custGeom>
                    <a:rect b="b" l="l" r="r" t="t"/>
                    <a:pathLst>
                      <a:path extrusionOk="0" h="30738" w="30724">
                        <a:moveTo>
                          <a:pt x="21268" y="29555"/>
                        </a:moveTo>
                        <a:cubicBezTo>
                          <a:pt x="29078" y="26316"/>
                          <a:pt x="32793" y="17363"/>
                          <a:pt x="29555" y="9457"/>
                        </a:cubicBezTo>
                        <a:cubicBezTo>
                          <a:pt x="26316" y="1647"/>
                          <a:pt x="17363" y="-2068"/>
                          <a:pt x="9457" y="1170"/>
                        </a:cubicBezTo>
                        <a:cubicBezTo>
                          <a:pt x="1646" y="4409"/>
                          <a:pt x="-2068" y="13362"/>
                          <a:pt x="1170" y="21268"/>
                        </a:cubicBezTo>
                        <a:cubicBezTo>
                          <a:pt x="4409" y="29174"/>
                          <a:pt x="13362" y="32793"/>
                          <a:pt x="21268" y="29555"/>
                        </a:cubicBezTo>
                        <a:close/>
                      </a:path>
                    </a:pathLst>
                  </a:custGeom>
                  <a:solidFill>
                    <a:schemeClr val="lt2"/>
                  </a:solidFill>
                  <a:ln cap="rnd" cmpd="sng" w="952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</p:grpSp>
        <p:sp>
          <p:nvSpPr>
            <p:cNvPr id="702" name="Google Shape;702;p33"/>
            <p:cNvSpPr/>
            <p:nvPr/>
          </p:nvSpPr>
          <p:spPr>
            <a:xfrm>
              <a:off x="7197700" y="2099375"/>
              <a:ext cx="32150" cy="50025"/>
            </a:xfrm>
            <a:custGeom>
              <a:rect b="b" l="l" r="r" t="t"/>
              <a:pathLst>
                <a:path extrusionOk="0" h="2001" w="1286">
                  <a:moveTo>
                    <a:pt x="0" y="786"/>
                  </a:moveTo>
                  <a:lnTo>
                    <a:pt x="1286" y="0"/>
                  </a:lnTo>
                  <a:lnTo>
                    <a:pt x="786" y="200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6" name="Shape 7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7" name="Google Shape;707;p34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Problem</a:t>
            </a:r>
            <a:endParaRPr/>
          </a:p>
        </p:txBody>
      </p:sp>
      <p:sp>
        <p:nvSpPr>
          <p:cNvPr id="708" name="Google Shape;708;p34"/>
          <p:cNvSpPr txBox="1"/>
          <p:nvPr>
            <p:ph idx="2" type="subTitle"/>
          </p:nvPr>
        </p:nvSpPr>
        <p:spPr>
          <a:xfrm>
            <a:off x="720000" y="1458550"/>
            <a:ext cx="7275600" cy="256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Declining Motivation &amp; engagement in PE </a:t>
            </a:r>
            <a:endParaRPr/>
          </a:p>
          <a:p>
            <a:pPr indent="-317500" lvl="1" marL="9144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Lack of interest in the cirriculum </a:t>
            </a:r>
            <a:endParaRPr/>
          </a:p>
          <a:p>
            <a:pPr indent="-317500" lvl="1" marL="9144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Lack of confidence in one’s </a:t>
            </a:r>
            <a:r>
              <a:rPr lang="en"/>
              <a:t>ability</a:t>
            </a:r>
            <a:r>
              <a:rPr lang="en"/>
              <a:t> to perform well 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Why traditional methods may not work anymore </a:t>
            </a:r>
            <a:endParaRPr/>
          </a:p>
          <a:p>
            <a:pPr indent="-317500" lvl="1" marL="9144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Repetitive</a:t>
            </a:r>
            <a:r>
              <a:rPr lang="en"/>
              <a:t> </a:t>
            </a:r>
            <a:endParaRPr/>
          </a:p>
          <a:p>
            <a:pPr indent="-317500" lvl="1" marL="9144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Obligatory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Why this problem matters/Impact on students</a:t>
            </a:r>
            <a:endParaRPr/>
          </a:p>
          <a:p>
            <a:pPr indent="-317500" lvl="1" marL="9144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Lack of motivation→Lack of Engagement→Poor Performance in Class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2" name="Shape 7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" name="Google Shape;713;p3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/>
              <a:t>TECHNOLOGY: The Solution???</a:t>
            </a:r>
            <a:endParaRPr sz="2000"/>
          </a:p>
        </p:txBody>
      </p:sp>
      <p:pic>
        <p:nvPicPr>
          <p:cNvPr descr="Canvas | CTL" id="714" name="Google Shape;714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04151" y="1215350"/>
            <a:ext cx="2735700" cy="1819200"/>
          </a:xfrm>
          <a:prstGeom prst="ellipse">
            <a:avLst/>
          </a:prstGeom>
          <a:noFill/>
          <a:ln>
            <a:noFill/>
          </a:ln>
        </p:spPr>
      </p:pic>
      <p:pic>
        <p:nvPicPr>
          <p:cNvPr descr="Wearables and Wellness Programs: The ..." id="715" name="Google Shape;715;p3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89550" y="2212050"/>
            <a:ext cx="2514600" cy="1819200"/>
          </a:xfrm>
          <a:prstGeom prst="ellipse">
            <a:avLst/>
          </a:prstGeom>
          <a:noFill/>
          <a:ln>
            <a:noFill/>
          </a:ln>
        </p:spPr>
      </p:pic>
      <p:pic>
        <p:nvPicPr>
          <p:cNvPr descr="The Gamification of Fitness: Are We Getting Played by Our Exercise Apps? |  The Walrus" id="716" name="Google Shape;716;p3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5939850" y="2140650"/>
            <a:ext cx="2940000" cy="19620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1900"/>
                                        <p:tgtEl>
                                          <p:spTgt spid="7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4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900"/>
                                        <p:tgtEl>
                                          <p:spTgt spid="7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y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3" presetSubtype="16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1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dur="1000"/>
                                        <p:tgtEl>
                                          <p:spTgt spid="71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0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fill="hold">
                            <p:stCondLst>
                              <p:cond delay="1000"/>
                            </p:stCondLst>
                            <p:childTnLst>
                              <p:par>
                                <p:cTn fill="hold" nodeType="after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5000" fill="hold"/>
                                        <p:tgtEl>
                                          <p:spTgt spid="715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5000" fill="hold"/>
                                        <p:tgtEl>
                                          <p:spTgt spid="714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  <p:par>
                                <p:cTn fill="hold" nodeType="withEffect" presetClass="emph" presetID="8" presetSubtype="0">
                                  <p:stCondLst>
                                    <p:cond delay="0"/>
                                  </p:stCondLst>
                                  <p:childTnLst>
                                    <p:animRot by="-21600000">
                                      <p:cBhvr>
                                        <p:cTn dur="5000" fill="hold"/>
                                        <p:tgtEl>
                                          <p:spTgt spid="716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0" name="Shape 7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1" name="Google Shape;721;p3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Theoretical Foundation: SDT Overview</a:t>
            </a:r>
            <a:endParaRPr sz="3000"/>
          </a:p>
        </p:txBody>
      </p:sp>
      <p:sp>
        <p:nvSpPr>
          <p:cNvPr id="722" name="Google Shape;722;p36"/>
          <p:cNvSpPr txBox="1"/>
          <p:nvPr>
            <p:ph idx="2" type="subTitle"/>
          </p:nvPr>
        </p:nvSpPr>
        <p:spPr>
          <a:xfrm>
            <a:off x="1096250" y="1086150"/>
            <a:ext cx="6358800" cy="3282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i="1" lang="en"/>
              <a:t>The Self-Determination Theory (SDT)</a:t>
            </a:r>
            <a:r>
              <a:rPr lang="en"/>
              <a:t> explains that people become motivated when satisfying their psychological needs of autonomy, competence, and relatedness</a:t>
            </a:r>
            <a:endParaRPr/>
          </a:p>
          <a:p>
            <a:pPr indent="-317500" lvl="1" marL="9144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Autonomy: the need to feel in control of one’s OWN actions</a:t>
            </a:r>
            <a:endParaRPr/>
          </a:p>
          <a:p>
            <a:pPr indent="-317500" lvl="1" marL="9144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Competence: the need to feel efficient and inclined to master tasks</a:t>
            </a:r>
            <a:endParaRPr/>
          </a:p>
          <a:p>
            <a:pPr indent="-317500" lvl="1" marL="9144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Relatedness: the need to feel connected and cared for</a:t>
            </a:r>
            <a:endParaRPr/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i="1" lang="en"/>
              <a:t>Intristic Motivation</a:t>
            </a:r>
            <a:r>
              <a:rPr lang="en"/>
              <a:t>: Motivation from within an individual</a:t>
            </a:r>
            <a:endParaRPr/>
          </a:p>
          <a:p>
            <a:pPr indent="-317500" lvl="1" marL="9144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High interest in an activity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b="1" i="1" lang="en"/>
              <a:t>Extrinsic Motivation: </a:t>
            </a:r>
            <a:r>
              <a:rPr lang="en"/>
              <a:t>Motivation from external factors 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All three Needs→Intrinsic Motivation→Improved Engagement</a:t>
            </a:r>
            <a:endParaRPr/>
          </a:p>
        </p:txBody>
      </p:sp>
      <p:sp>
        <p:nvSpPr>
          <p:cNvPr id="723" name="Google Shape;723;p36"/>
          <p:cNvSpPr/>
          <p:nvPr/>
        </p:nvSpPr>
        <p:spPr>
          <a:xfrm>
            <a:off x="8117925" y="1718572"/>
            <a:ext cx="947273" cy="2876589"/>
          </a:xfrm>
          <a:custGeom>
            <a:rect b="b" l="l" r="r" t="t"/>
            <a:pathLst>
              <a:path extrusionOk="0" h="3223069" w="1061370">
                <a:moveTo>
                  <a:pt x="957929" y="0"/>
                </a:moveTo>
                <a:lnTo>
                  <a:pt x="957929" y="200882"/>
                </a:lnTo>
                <a:lnTo>
                  <a:pt x="103442" y="200882"/>
                </a:lnTo>
                <a:lnTo>
                  <a:pt x="103442" y="0"/>
                </a:lnTo>
                <a:lnTo>
                  <a:pt x="0" y="0"/>
                </a:lnTo>
                <a:lnTo>
                  <a:pt x="0" y="3223069"/>
                </a:lnTo>
                <a:lnTo>
                  <a:pt x="103442" y="3223069"/>
                </a:lnTo>
                <a:lnTo>
                  <a:pt x="103442" y="3027712"/>
                </a:lnTo>
                <a:lnTo>
                  <a:pt x="957929" y="3027712"/>
                </a:lnTo>
                <a:lnTo>
                  <a:pt x="957929" y="3223069"/>
                </a:lnTo>
                <a:lnTo>
                  <a:pt x="1061371" y="3223069"/>
                </a:lnTo>
                <a:lnTo>
                  <a:pt x="1061371" y="0"/>
                </a:lnTo>
                <a:lnTo>
                  <a:pt x="957929" y="0"/>
                </a:lnTo>
                <a:close/>
                <a:moveTo>
                  <a:pt x="957929" y="288036"/>
                </a:moveTo>
                <a:lnTo>
                  <a:pt x="957929" y="505301"/>
                </a:lnTo>
                <a:lnTo>
                  <a:pt x="103442" y="505301"/>
                </a:lnTo>
                <a:lnTo>
                  <a:pt x="103442" y="288036"/>
                </a:lnTo>
                <a:lnTo>
                  <a:pt x="957929" y="288036"/>
                </a:lnTo>
                <a:close/>
                <a:moveTo>
                  <a:pt x="103442" y="2331720"/>
                </a:moveTo>
                <a:lnTo>
                  <a:pt x="103442" y="2114455"/>
                </a:lnTo>
                <a:lnTo>
                  <a:pt x="957929" y="2114455"/>
                </a:lnTo>
                <a:lnTo>
                  <a:pt x="957929" y="2331720"/>
                </a:lnTo>
                <a:lnTo>
                  <a:pt x="103442" y="2331720"/>
                </a:lnTo>
                <a:close/>
                <a:moveTo>
                  <a:pt x="957929" y="2418874"/>
                </a:moveTo>
                <a:lnTo>
                  <a:pt x="957929" y="2636139"/>
                </a:lnTo>
                <a:lnTo>
                  <a:pt x="103442" y="2636139"/>
                </a:lnTo>
                <a:lnTo>
                  <a:pt x="103442" y="2418874"/>
                </a:lnTo>
                <a:lnTo>
                  <a:pt x="957929" y="2418874"/>
                </a:lnTo>
                <a:close/>
                <a:moveTo>
                  <a:pt x="103442" y="2027301"/>
                </a:moveTo>
                <a:lnTo>
                  <a:pt x="103442" y="1810036"/>
                </a:lnTo>
                <a:lnTo>
                  <a:pt x="957929" y="1810036"/>
                </a:lnTo>
                <a:lnTo>
                  <a:pt x="957929" y="2027301"/>
                </a:lnTo>
                <a:lnTo>
                  <a:pt x="103442" y="2027301"/>
                </a:lnTo>
                <a:close/>
                <a:moveTo>
                  <a:pt x="103442" y="1722882"/>
                </a:moveTo>
                <a:lnTo>
                  <a:pt x="103442" y="1505617"/>
                </a:lnTo>
                <a:lnTo>
                  <a:pt x="957929" y="1505617"/>
                </a:lnTo>
                <a:lnTo>
                  <a:pt x="957929" y="1722882"/>
                </a:lnTo>
                <a:lnTo>
                  <a:pt x="103442" y="1722882"/>
                </a:lnTo>
                <a:close/>
                <a:moveTo>
                  <a:pt x="103442" y="1418463"/>
                </a:moveTo>
                <a:lnTo>
                  <a:pt x="103442" y="1201198"/>
                </a:lnTo>
                <a:lnTo>
                  <a:pt x="957929" y="1201198"/>
                </a:lnTo>
                <a:lnTo>
                  <a:pt x="957929" y="1418463"/>
                </a:lnTo>
                <a:lnTo>
                  <a:pt x="103442" y="1418463"/>
                </a:lnTo>
                <a:close/>
                <a:moveTo>
                  <a:pt x="103442" y="1114044"/>
                </a:moveTo>
                <a:lnTo>
                  <a:pt x="103442" y="896779"/>
                </a:lnTo>
                <a:lnTo>
                  <a:pt x="957929" y="896779"/>
                </a:lnTo>
                <a:lnTo>
                  <a:pt x="957929" y="1114044"/>
                </a:lnTo>
                <a:lnTo>
                  <a:pt x="103442" y="1114044"/>
                </a:lnTo>
                <a:close/>
                <a:moveTo>
                  <a:pt x="103442" y="809625"/>
                </a:moveTo>
                <a:lnTo>
                  <a:pt x="103442" y="592360"/>
                </a:lnTo>
                <a:lnTo>
                  <a:pt x="957929" y="592360"/>
                </a:lnTo>
                <a:lnTo>
                  <a:pt x="957929" y="809625"/>
                </a:lnTo>
                <a:lnTo>
                  <a:pt x="103442" y="809625"/>
                </a:lnTo>
                <a:close/>
                <a:moveTo>
                  <a:pt x="103442" y="2940463"/>
                </a:moveTo>
                <a:lnTo>
                  <a:pt x="103442" y="2723198"/>
                </a:lnTo>
                <a:lnTo>
                  <a:pt x="957929" y="2723198"/>
                </a:lnTo>
                <a:lnTo>
                  <a:pt x="957929" y="2940463"/>
                </a:lnTo>
                <a:lnTo>
                  <a:pt x="103442" y="2940463"/>
                </a:lnTo>
                <a:close/>
              </a:path>
            </a:pathLst>
          </a:custGeom>
          <a:noFill/>
          <a:ln cap="flat" cmpd="sng" w="9525">
            <a:solidFill>
              <a:schemeClr val="accent1"/>
            </a:solidFill>
            <a:prstDash val="solid"/>
            <a:miter lim="8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pSp>
        <p:nvGrpSpPr>
          <p:cNvPr id="724" name="Google Shape;724;p36"/>
          <p:cNvGrpSpPr/>
          <p:nvPr/>
        </p:nvGrpSpPr>
        <p:grpSpPr>
          <a:xfrm>
            <a:off x="7644782" y="4053477"/>
            <a:ext cx="542679" cy="542699"/>
            <a:chOff x="1151000" y="3770450"/>
            <a:chExt cx="651475" cy="651500"/>
          </a:xfrm>
        </p:grpSpPr>
        <p:sp>
          <p:nvSpPr>
            <p:cNvPr id="725" name="Google Shape;725;p36"/>
            <p:cNvSpPr/>
            <p:nvPr/>
          </p:nvSpPr>
          <p:spPr>
            <a:xfrm>
              <a:off x="1151000" y="3770450"/>
              <a:ext cx="651475" cy="651500"/>
            </a:xfrm>
            <a:custGeom>
              <a:rect b="b" l="l" r="r" t="t"/>
              <a:pathLst>
                <a:path extrusionOk="0" h="26060" w="26059">
                  <a:moveTo>
                    <a:pt x="13026" y="1"/>
                  </a:moveTo>
                  <a:cubicBezTo>
                    <a:pt x="11340" y="1"/>
                    <a:pt x="9720" y="326"/>
                    <a:pt x="8239" y="910"/>
                  </a:cubicBezTo>
                  <a:cubicBezTo>
                    <a:pt x="3413" y="2822"/>
                    <a:pt x="0" y="7523"/>
                    <a:pt x="0" y="13033"/>
                  </a:cubicBezTo>
                  <a:cubicBezTo>
                    <a:pt x="0" y="14182"/>
                    <a:pt x="146" y="15291"/>
                    <a:pt x="425" y="16353"/>
                  </a:cubicBezTo>
                  <a:cubicBezTo>
                    <a:pt x="1122" y="18995"/>
                    <a:pt x="2622" y="21306"/>
                    <a:pt x="4654" y="23012"/>
                  </a:cubicBezTo>
                  <a:cubicBezTo>
                    <a:pt x="6918" y="24917"/>
                    <a:pt x="9839" y="26059"/>
                    <a:pt x="13026" y="26059"/>
                  </a:cubicBezTo>
                  <a:cubicBezTo>
                    <a:pt x="16558" y="26059"/>
                    <a:pt x="19758" y="24658"/>
                    <a:pt x="22108" y="22381"/>
                  </a:cubicBezTo>
                  <a:cubicBezTo>
                    <a:pt x="23874" y="20662"/>
                    <a:pt x="25156" y="18451"/>
                    <a:pt x="25727" y="15968"/>
                  </a:cubicBezTo>
                  <a:cubicBezTo>
                    <a:pt x="25946" y="15025"/>
                    <a:pt x="26059" y="14042"/>
                    <a:pt x="26059" y="13033"/>
                  </a:cubicBezTo>
                  <a:cubicBezTo>
                    <a:pt x="26059" y="7337"/>
                    <a:pt x="22407" y="2497"/>
                    <a:pt x="17322" y="724"/>
                  </a:cubicBezTo>
                  <a:cubicBezTo>
                    <a:pt x="15974" y="260"/>
                    <a:pt x="14533" y="1"/>
                    <a:pt x="13026" y="1"/>
                  </a:cubicBezTo>
                  <a:close/>
                </a:path>
              </a:pathLst>
            </a:custGeom>
            <a:solidFill>
              <a:schemeClr val="lt1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6" name="Google Shape;726;p36"/>
            <p:cNvSpPr/>
            <p:nvPr/>
          </p:nvSpPr>
          <p:spPr>
            <a:xfrm>
              <a:off x="1239300" y="3909875"/>
              <a:ext cx="172800" cy="217625"/>
            </a:xfrm>
            <a:custGeom>
              <a:rect b="b" l="l" r="r" t="t"/>
              <a:pathLst>
                <a:path extrusionOk="0" h="8705" w="6912">
                  <a:moveTo>
                    <a:pt x="4169" y="0"/>
                  </a:moveTo>
                  <a:cubicBezTo>
                    <a:pt x="2702" y="784"/>
                    <a:pt x="1308" y="1700"/>
                    <a:pt x="7" y="2736"/>
                  </a:cubicBezTo>
                  <a:cubicBezTo>
                    <a:pt x="47" y="4429"/>
                    <a:pt x="0" y="6122"/>
                    <a:pt x="40" y="7821"/>
                  </a:cubicBezTo>
                  <a:cubicBezTo>
                    <a:pt x="1447" y="8047"/>
                    <a:pt x="2828" y="8479"/>
                    <a:pt x="4236" y="8704"/>
                  </a:cubicBezTo>
                  <a:cubicBezTo>
                    <a:pt x="5086" y="7058"/>
                    <a:pt x="6068" y="5538"/>
                    <a:pt x="6911" y="3891"/>
                  </a:cubicBezTo>
                  <a:cubicBezTo>
                    <a:pt x="5989" y="2623"/>
                    <a:pt x="5092" y="1269"/>
                    <a:pt x="4169" y="0"/>
                  </a:cubicBez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7" name="Google Shape;727;p36"/>
            <p:cNvSpPr/>
            <p:nvPr/>
          </p:nvSpPr>
          <p:spPr>
            <a:xfrm>
              <a:off x="1556150" y="3909375"/>
              <a:ext cx="181100" cy="214300"/>
            </a:xfrm>
            <a:custGeom>
              <a:rect b="b" l="l" r="r" t="t"/>
              <a:pathLst>
                <a:path extrusionOk="0" h="8572" w="7244">
                  <a:moveTo>
                    <a:pt x="2616" y="1"/>
                  </a:moveTo>
                  <a:lnTo>
                    <a:pt x="0" y="3758"/>
                  </a:lnTo>
                  <a:cubicBezTo>
                    <a:pt x="963" y="5365"/>
                    <a:pt x="1965" y="6965"/>
                    <a:pt x="2935" y="8572"/>
                  </a:cubicBezTo>
                  <a:cubicBezTo>
                    <a:pt x="4349" y="8200"/>
                    <a:pt x="5823" y="7888"/>
                    <a:pt x="7244" y="7516"/>
                  </a:cubicBezTo>
                  <a:cubicBezTo>
                    <a:pt x="7111" y="5770"/>
                    <a:pt x="6991" y="4037"/>
                    <a:pt x="6858" y="2291"/>
                  </a:cubicBezTo>
                  <a:cubicBezTo>
                    <a:pt x="5524" y="1408"/>
                    <a:pt x="4090" y="625"/>
                    <a:pt x="2616" y="1"/>
                  </a:cubicBez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8" name="Google Shape;728;p36"/>
            <p:cNvSpPr/>
            <p:nvPr/>
          </p:nvSpPr>
          <p:spPr>
            <a:xfrm>
              <a:off x="1379375" y="4251300"/>
              <a:ext cx="217125" cy="148575"/>
            </a:xfrm>
            <a:custGeom>
              <a:rect b="b" l="l" r="r" t="t"/>
              <a:pathLst>
                <a:path extrusionOk="0" h="5943" w="8685">
                  <a:moveTo>
                    <a:pt x="1680" y="0"/>
                  </a:moveTo>
                  <a:cubicBezTo>
                    <a:pt x="1116" y="1282"/>
                    <a:pt x="558" y="2570"/>
                    <a:pt x="1" y="3851"/>
                  </a:cubicBezTo>
                  <a:cubicBezTo>
                    <a:pt x="1408" y="4548"/>
                    <a:pt x="2955" y="5245"/>
                    <a:pt x="4362" y="5942"/>
                  </a:cubicBezTo>
                  <a:cubicBezTo>
                    <a:pt x="5783" y="5252"/>
                    <a:pt x="7264" y="4528"/>
                    <a:pt x="8685" y="3838"/>
                  </a:cubicBezTo>
                  <a:cubicBezTo>
                    <a:pt x="8180" y="2563"/>
                    <a:pt x="7755" y="1315"/>
                    <a:pt x="7257" y="40"/>
                  </a:cubicBezTo>
                  <a:cubicBezTo>
                    <a:pt x="5405" y="33"/>
                    <a:pt x="3526" y="7"/>
                    <a:pt x="1680" y="0"/>
                  </a:cubicBez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29" name="Google Shape;729;p36"/>
            <p:cNvSpPr/>
            <p:nvPr/>
          </p:nvSpPr>
          <p:spPr>
            <a:xfrm>
              <a:off x="1703375" y="4169625"/>
              <a:ext cx="90800" cy="160375"/>
            </a:xfrm>
            <a:custGeom>
              <a:rect b="b" l="l" r="r" t="t"/>
              <a:pathLst>
                <a:path extrusionOk="0" h="6415" w="3632">
                  <a:moveTo>
                    <a:pt x="3632" y="1"/>
                  </a:moveTo>
                  <a:cubicBezTo>
                    <a:pt x="3280" y="319"/>
                    <a:pt x="2921" y="638"/>
                    <a:pt x="2563" y="944"/>
                  </a:cubicBezTo>
                  <a:cubicBezTo>
                    <a:pt x="2105" y="2703"/>
                    <a:pt x="1228" y="4316"/>
                    <a:pt x="0" y="5651"/>
                  </a:cubicBezTo>
                  <a:lnTo>
                    <a:pt x="13" y="6414"/>
                  </a:lnTo>
                  <a:cubicBezTo>
                    <a:pt x="1779" y="4695"/>
                    <a:pt x="3061" y="2484"/>
                    <a:pt x="3632" y="1"/>
                  </a:cubicBez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0" name="Google Shape;730;p36"/>
            <p:cNvSpPr/>
            <p:nvPr/>
          </p:nvSpPr>
          <p:spPr>
            <a:xfrm>
              <a:off x="1356975" y="3770450"/>
              <a:ext cx="227075" cy="55475"/>
            </a:xfrm>
            <a:custGeom>
              <a:rect b="b" l="l" r="r" t="t"/>
              <a:pathLst>
                <a:path extrusionOk="0" h="2219" w="9083">
                  <a:moveTo>
                    <a:pt x="4794" y="1"/>
                  </a:moveTo>
                  <a:cubicBezTo>
                    <a:pt x="3101" y="1"/>
                    <a:pt x="1481" y="326"/>
                    <a:pt x="0" y="910"/>
                  </a:cubicBezTo>
                  <a:cubicBezTo>
                    <a:pt x="711" y="1335"/>
                    <a:pt x="1441" y="1813"/>
                    <a:pt x="2145" y="2218"/>
                  </a:cubicBezTo>
                  <a:cubicBezTo>
                    <a:pt x="3120" y="1954"/>
                    <a:pt x="4133" y="1822"/>
                    <a:pt x="5145" y="1822"/>
                  </a:cubicBezTo>
                  <a:cubicBezTo>
                    <a:pt x="6014" y="1822"/>
                    <a:pt x="6882" y="1919"/>
                    <a:pt x="7728" y="2112"/>
                  </a:cubicBezTo>
                  <a:cubicBezTo>
                    <a:pt x="8193" y="1680"/>
                    <a:pt x="8631" y="1182"/>
                    <a:pt x="9083" y="724"/>
                  </a:cubicBezTo>
                  <a:cubicBezTo>
                    <a:pt x="7741" y="260"/>
                    <a:pt x="6294" y="1"/>
                    <a:pt x="4794" y="1"/>
                  </a:cubicBez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1" name="Google Shape;731;p36"/>
            <p:cNvSpPr/>
            <p:nvPr/>
          </p:nvSpPr>
          <p:spPr>
            <a:xfrm>
              <a:off x="1161600" y="4179250"/>
              <a:ext cx="107600" cy="166500"/>
            </a:xfrm>
            <a:custGeom>
              <a:rect b="b" l="l" r="r" t="t"/>
              <a:pathLst>
                <a:path extrusionOk="0" h="6660" w="4304">
                  <a:moveTo>
                    <a:pt x="1" y="1"/>
                  </a:moveTo>
                  <a:lnTo>
                    <a:pt x="1" y="1"/>
                  </a:lnTo>
                  <a:cubicBezTo>
                    <a:pt x="698" y="2643"/>
                    <a:pt x="2198" y="4954"/>
                    <a:pt x="4230" y="6660"/>
                  </a:cubicBezTo>
                  <a:cubicBezTo>
                    <a:pt x="4257" y="6381"/>
                    <a:pt x="4277" y="6102"/>
                    <a:pt x="4303" y="5830"/>
                  </a:cubicBezTo>
                  <a:cubicBezTo>
                    <a:pt x="3055" y="4535"/>
                    <a:pt x="2059" y="2849"/>
                    <a:pt x="1548" y="1123"/>
                  </a:cubicBezTo>
                  <a:cubicBezTo>
                    <a:pt x="990" y="798"/>
                    <a:pt x="479" y="432"/>
                    <a:pt x="1" y="1"/>
                  </a:cubicBezTo>
                  <a:close/>
                </a:path>
              </a:pathLst>
            </a:custGeom>
            <a:solidFill>
              <a:schemeClr val="accent4"/>
            </a:solidFill>
            <a:ln cap="flat" cmpd="sng" w="9525">
              <a:solidFill>
                <a:schemeClr val="dk1"/>
              </a:solidFill>
              <a:prstDash val="solid"/>
              <a:round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2" name="Google Shape;732;p36"/>
            <p:cNvSpPr/>
            <p:nvPr/>
          </p:nvSpPr>
          <p:spPr>
            <a:xfrm>
              <a:off x="1333725" y="3817150"/>
              <a:ext cx="80875" cy="109025"/>
            </a:xfrm>
            <a:custGeom>
              <a:rect b="b" l="l" r="r" t="t"/>
              <a:pathLst>
                <a:path extrusionOk="0" h="4361" w="3235">
                  <a:moveTo>
                    <a:pt x="3065" y="1"/>
                  </a:moveTo>
                  <a:cubicBezTo>
                    <a:pt x="3028" y="1"/>
                    <a:pt x="2991" y="16"/>
                    <a:pt x="2962" y="45"/>
                  </a:cubicBezTo>
                  <a:cubicBezTo>
                    <a:pt x="1734" y="1226"/>
                    <a:pt x="751" y="2601"/>
                    <a:pt x="34" y="4141"/>
                  </a:cubicBezTo>
                  <a:cubicBezTo>
                    <a:pt x="1" y="4221"/>
                    <a:pt x="34" y="4314"/>
                    <a:pt x="114" y="4347"/>
                  </a:cubicBezTo>
                  <a:cubicBezTo>
                    <a:pt x="134" y="4360"/>
                    <a:pt x="153" y="4360"/>
                    <a:pt x="173" y="4360"/>
                  </a:cubicBezTo>
                  <a:cubicBezTo>
                    <a:pt x="233" y="4360"/>
                    <a:pt x="293" y="4334"/>
                    <a:pt x="313" y="4274"/>
                  </a:cubicBezTo>
                  <a:cubicBezTo>
                    <a:pt x="1017" y="2767"/>
                    <a:pt x="1979" y="1419"/>
                    <a:pt x="3174" y="264"/>
                  </a:cubicBezTo>
                  <a:cubicBezTo>
                    <a:pt x="3234" y="211"/>
                    <a:pt x="3234" y="111"/>
                    <a:pt x="3174" y="51"/>
                  </a:cubicBezTo>
                  <a:cubicBezTo>
                    <a:pt x="3144" y="17"/>
                    <a:pt x="3104" y="1"/>
                    <a:pt x="3065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3" name="Google Shape;733;p36"/>
            <p:cNvSpPr/>
            <p:nvPr/>
          </p:nvSpPr>
          <p:spPr>
            <a:xfrm>
              <a:off x="1173225" y="3946275"/>
              <a:ext cx="75375" cy="36150"/>
            </a:xfrm>
            <a:custGeom>
              <a:rect b="b" l="l" r="r" t="t"/>
              <a:pathLst>
                <a:path extrusionOk="0" h="1446" w="3015">
                  <a:moveTo>
                    <a:pt x="181" y="0"/>
                  </a:moveTo>
                  <a:cubicBezTo>
                    <a:pt x="119" y="0"/>
                    <a:pt x="59" y="38"/>
                    <a:pt x="34" y="98"/>
                  </a:cubicBezTo>
                  <a:cubicBezTo>
                    <a:pt x="1" y="178"/>
                    <a:pt x="40" y="264"/>
                    <a:pt x="120" y="297"/>
                  </a:cubicBezTo>
                  <a:lnTo>
                    <a:pt x="2782" y="1433"/>
                  </a:lnTo>
                  <a:cubicBezTo>
                    <a:pt x="2802" y="1439"/>
                    <a:pt x="2822" y="1446"/>
                    <a:pt x="2842" y="1446"/>
                  </a:cubicBezTo>
                  <a:cubicBezTo>
                    <a:pt x="2902" y="1446"/>
                    <a:pt x="2962" y="1413"/>
                    <a:pt x="2982" y="1353"/>
                  </a:cubicBezTo>
                  <a:cubicBezTo>
                    <a:pt x="3015" y="1273"/>
                    <a:pt x="2982" y="1180"/>
                    <a:pt x="2902" y="1147"/>
                  </a:cubicBezTo>
                  <a:lnTo>
                    <a:pt x="240" y="12"/>
                  </a:lnTo>
                  <a:cubicBezTo>
                    <a:pt x="221" y="4"/>
                    <a:pt x="201" y="0"/>
                    <a:pt x="181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4" name="Google Shape;734;p36"/>
            <p:cNvSpPr/>
            <p:nvPr/>
          </p:nvSpPr>
          <p:spPr>
            <a:xfrm>
              <a:off x="1194300" y="4098500"/>
              <a:ext cx="54150" cy="115975"/>
            </a:xfrm>
            <a:custGeom>
              <a:rect b="b" l="l" r="r" t="t"/>
              <a:pathLst>
                <a:path extrusionOk="0" h="4639" w="2166">
                  <a:moveTo>
                    <a:pt x="1992" y="1"/>
                  </a:moveTo>
                  <a:cubicBezTo>
                    <a:pt x="1939" y="1"/>
                    <a:pt x="1886" y="29"/>
                    <a:pt x="1860" y="77"/>
                  </a:cubicBezTo>
                  <a:cubicBezTo>
                    <a:pt x="1030" y="1432"/>
                    <a:pt x="412" y="2906"/>
                    <a:pt x="27" y="4446"/>
                  </a:cubicBezTo>
                  <a:cubicBezTo>
                    <a:pt x="1" y="4532"/>
                    <a:pt x="54" y="4612"/>
                    <a:pt x="134" y="4632"/>
                  </a:cubicBezTo>
                  <a:cubicBezTo>
                    <a:pt x="147" y="4638"/>
                    <a:pt x="160" y="4638"/>
                    <a:pt x="173" y="4638"/>
                  </a:cubicBezTo>
                  <a:cubicBezTo>
                    <a:pt x="240" y="4638"/>
                    <a:pt x="306" y="4592"/>
                    <a:pt x="320" y="4525"/>
                  </a:cubicBezTo>
                  <a:cubicBezTo>
                    <a:pt x="705" y="3012"/>
                    <a:pt x="1309" y="1571"/>
                    <a:pt x="2119" y="237"/>
                  </a:cubicBezTo>
                  <a:cubicBezTo>
                    <a:pt x="2165" y="164"/>
                    <a:pt x="2145" y="71"/>
                    <a:pt x="2072" y="24"/>
                  </a:cubicBezTo>
                  <a:cubicBezTo>
                    <a:pt x="2047" y="8"/>
                    <a:pt x="2020" y="1"/>
                    <a:pt x="1992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5" name="Google Shape;735;p36"/>
            <p:cNvSpPr/>
            <p:nvPr/>
          </p:nvSpPr>
          <p:spPr>
            <a:xfrm>
              <a:off x="1336375" y="4115275"/>
              <a:ext cx="92825" cy="146175"/>
            </a:xfrm>
            <a:custGeom>
              <a:rect b="b" l="l" r="r" t="t"/>
              <a:pathLst>
                <a:path extrusionOk="0" h="5847" w="3713">
                  <a:moveTo>
                    <a:pt x="174" y="1"/>
                  </a:moveTo>
                  <a:cubicBezTo>
                    <a:pt x="146" y="1"/>
                    <a:pt x="119" y="8"/>
                    <a:pt x="94" y="24"/>
                  </a:cubicBezTo>
                  <a:cubicBezTo>
                    <a:pt x="28" y="70"/>
                    <a:pt x="1" y="163"/>
                    <a:pt x="47" y="236"/>
                  </a:cubicBezTo>
                  <a:lnTo>
                    <a:pt x="3407" y="5773"/>
                  </a:lnTo>
                  <a:cubicBezTo>
                    <a:pt x="3433" y="5820"/>
                    <a:pt x="3487" y="5846"/>
                    <a:pt x="3540" y="5846"/>
                  </a:cubicBezTo>
                  <a:cubicBezTo>
                    <a:pt x="3566" y="5846"/>
                    <a:pt x="3593" y="5840"/>
                    <a:pt x="3619" y="5820"/>
                  </a:cubicBezTo>
                  <a:cubicBezTo>
                    <a:pt x="3692" y="5780"/>
                    <a:pt x="3712" y="5687"/>
                    <a:pt x="3672" y="5607"/>
                  </a:cubicBezTo>
                  <a:lnTo>
                    <a:pt x="306" y="77"/>
                  </a:lnTo>
                  <a:cubicBezTo>
                    <a:pt x="280" y="29"/>
                    <a:pt x="228" y="1"/>
                    <a:pt x="174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6" name="Google Shape;736;p36"/>
            <p:cNvSpPr/>
            <p:nvPr/>
          </p:nvSpPr>
          <p:spPr>
            <a:xfrm>
              <a:off x="1258875" y="4324600"/>
              <a:ext cx="134300" cy="30625"/>
            </a:xfrm>
            <a:custGeom>
              <a:rect b="b" l="l" r="r" t="t"/>
              <a:pathLst>
                <a:path extrusionOk="0" h="1225" w="5372">
                  <a:moveTo>
                    <a:pt x="169" y="1"/>
                  </a:moveTo>
                  <a:cubicBezTo>
                    <a:pt x="92" y="1"/>
                    <a:pt x="26" y="57"/>
                    <a:pt x="14" y="129"/>
                  </a:cubicBezTo>
                  <a:cubicBezTo>
                    <a:pt x="0" y="215"/>
                    <a:pt x="54" y="295"/>
                    <a:pt x="140" y="308"/>
                  </a:cubicBezTo>
                  <a:lnTo>
                    <a:pt x="5179" y="1224"/>
                  </a:lnTo>
                  <a:lnTo>
                    <a:pt x="5206" y="1224"/>
                  </a:lnTo>
                  <a:cubicBezTo>
                    <a:pt x="5279" y="1224"/>
                    <a:pt x="5345" y="1171"/>
                    <a:pt x="5358" y="1098"/>
                  </a:cubicBezTo>
                  <a:cubicBezTo>
                    <a:pt x="5372" y="1018"/>
                    <a:pt x="5318" y="932"/>
                    <a:pt x="5232" y="919"/>
                  </a:cubicBezTo>
                  <a:lnTo>
                    <a:pt x="193" y="3"/>
                  </a:lnTo>
                  <a:cubicBezTo>
                    <a:pt x="185" y="1"/>
                    <a:pt x="177" y="1"/>
                    <a:pt x="169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7" name="Google Shape;737;p36"/>
            <p:cNvSpPr/>
            <p:nvPr/>
          </p:nvSpPr>
          <p:spPr>
            <a:xfrm>
              <a:off x="1485425" y="4389375"/>
              <a:ext cx="9325" cy="32075"/>
            </a:xfrm>
            <a:custGeom>
              <a:rect b="b" l="l" r="r" t="t"/>
              <a:pathLst>
                <a:path extrusionOk="0" h="1283" w="373">
                  <a:moveTo>
                    <a:pt x="159" y="1"/>
                  </a:moveTo>
                  <a:cubicBezTo>
                    <a:pt x="155" y="1"/>
                    <a:pt x="151" y="1"/>
                    <a:pt x="147" y="1"/>
                  </a:cubicBezTo>
                  <a:cubicBezTo>
                    <a:pt x="61" y="8"/>
                    <a:pt x="1" y="81"/>
                    <a:pt x="1" y="167"/>
                  </a:cubicBezTo>
                  <a:lnTo>
                    <a:pt x="61" y="1136"/>
                  </a:lnTo>
                  <a:cubicBezTo>
                    <a:pt x="67" y="1216"/>
                    <a:pt x="134" y="1282"/>
                    <a:pt x="213" y="1282"/>
                  </a:cubicBezTo>
                  <a:lnTo>
                    <a:pt x="227" y="1282"/>
                  </a:lnTo>
                  <a:cubicBezTo>
                    <a:pt x="313" y="1276"/>
                    <a:pt x="373" y="1203"/>
                    <a:pt x="373" y="1116"/>
                  </a:cubicBezTo>
                  <a:lnTo>
                    <a:pt x="313" y="147"/>
                  </a:lnTo>
                  <a:cubicBezTo>
                    <a:pt x="307" y="65"/>
                    <a:pt x="240" y="1"/>
                    <a:pt x="159" y="1"/>
                  </a:cubicBezTo>
                  <a:close/>
                </a:path>
              </a:pathLst>
            </a:custGeom>
            <a:solidFill>
              <a:srgbClr val="191919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8" name="Google Shape;738;p36"/>
            <p:cNvSpPr/>
            <p:nvPr/>
          </p:nvSpPr>
          <p:spPr>
            <a:xfrm>
              <a:off x="1579375" y="4308200"/>
              <a:ext cx="132650" cy="41050"/>
            </a:xfrm>
            <a:custGeom>
              <a:rect b="b" l="l" r="r" t="t"/>
              <a:pathLst>
                <a:path extrusionOk="0" h="1642" w="5306">
                  <a:moveTo>
                    <a:pt x="5131" y="1"/>
                  </a:moveTo>
                  <a:cubicBezTo>
                    <a:pt x="5109" y="1"/>
                    <a:pt x="5087" y="5"/>
                    <a:pt x="5066" y="15"/>
                  </a:cubicBezTo>
                  <a:cubicBezTo>
                    <a:pt x="3513" y="752"/>
                    <a:pt x="1860" y="1196"/>
                    <a:pt x="147" y="1329"/>
                  </a:cubicBezTo>
                  <a:cubicBezTo>
                    <a:pt x="60" y="1336"/>
                    <a:pt x="1" y="1409"/>
                    <a:pt x="7" y="1495"/>
                  </a:cubicBezTo>
                  <a:cubicBezTo>
                    <a:pt x="14" y="1575"/>
                    <a:pt x="80" y="1641"/>
                    <a:pt x="160" y="1641"/>
                  </a:cubicBezTo>
                  <a:cubicBezTo>
                    <a:pt x="167" y="1641"/>
                    <a:pt x="167" y="1641"/>
                    <a:pt x="173" y="1635"/>
                  </a:cubicBezTo>
                  <a:cubicBezTo>
                    <a:pt x="1919" y="1502"/>
                    <a:pt x="3612" y="1044"/>
                    <a:pt x="5193" y="294"/>
                  </a:cubicBezTo>
                  <a:cubicBezTo>
                    <a:pt x="5272" y="254"/>
                    <a:pt x="5305" y="167"/>
                    <a:pt x="5266" y="88"/>
                  </a:cubicBezTo>
                  <a:cubicBezTo>
                    <a:pt x="5242" y="31"/>
                    <a:pt x="5187" y="1"/>
                    <a:pt x="5131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39" name="Google Shape;739;p36"/>
            <p:cNvSpPr/>
            <p:nvPr/>
          </p:nvSpPr>
          <p:spPr>
            <a:xfrm>
              <a:off x="1550500" y="4116050"/>
              <a:ext cx="85350" cy="143075"/>
            </a:xfrm>
            <a:custGeom>
              <a:rect b="b" l="l" r="r" t="t"/>
              <a:pathLst>
                <a:path extrusionOk="0" h="5723" w="3414">
                  <a:moveTo>
                    <a:pt x="3236" y="1"/>
                  </a:moveTo>
                  <a:cubicBezTo>
                    <a:pt x="3181" y="1"/>
                    <a:pt x="3128" y="29"/>
                    <a:pt x="3101" y="79"/>
                  </a:cubicBezTo>
                  <a:lnTo>
                    <a:pt x="40" y="5497"/>
                  </a:lnTo>
                  <a:cubicBezTo>
                    <a:pt x="0" y="5570"/>
                    <a:pt x="27" y="5662"/>
                    <a:pt x="100" y="5702"/>
                  </a:cubicBezTo>
                  <a:cubicBezTo>
                    <a:pt x="120" y="5716"/>
                    <a:pt x="147" y="5722"/>
                    <a:pt x="173" y="5722"/>
                  </a:cubicBezTo>
                  <a:cubicBezTo>
                    <a:pt x="226" y="5722"/>
                    <a:pt x="279" y="5696"/>
                    <a:pt x="306" y="5649"/>
                  </a:cubicBezTo>
                  <a:lnTo>
                    <a:pt x="3367" y="232"/>
                  </a:lnTo>
                  <a:cubicBezTo>
                    <a:pt x="3413" y="152"/>
                    <a:pt x="3386" y="59"/>
                    <a:pt x="3313" y="19"/>
                  </a:cubicBezTo>
                  <a:cubicBezTo>
                    <a:pt x="3288" y="7"/>
                    <a:pt x="3262" y="1"/>
                    <a:pt x="323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0" name="Google Shape;740;p36"/>
            <p:cNvSpPr/>
            <p:nvPr/>
          </p:nvSpPr>
          <p:spPr>
            <a:xfrm>
              <a:off x="1727925" y="4087100"/>
              <a:ext cx="48825" cy="117750"/>
            </a:xfrm>
            <a:custGeom>
              <a:rect b="b" l="l" r="r" t="t"/>
              <a:pathLst>
                <a:path extrusionOk="0" h="4710" w="1953">
                  <a:moveTo>
                    <a:pt x="170" y="1"/>
                  </a:moveTo>
                  <a:cubicBezTo>
                    <a:pt x="154" y="1"/>
                    <a:pt x="137" y="3"/>
                    <a:pt x="120" y="9"/>
                  </a:cubicBezTo>
                  <a:cubicBezTo>
                    <a:pt x="41" y="35"/>
                    <a:pt x="1" y="128"/>
                    <a:pt x="27" y="208"/>
                  </a:cubicBezTo>
                  <a:lnTo>
                    <a:pt x="1634" y="4610"/>
                  </a:lnTo>
                  <a:cubicBezTo>
                    <a:pt x="1654" y="4669"/>
                    <a:pt x="1714" y="4709"/>
                    <a:pt x="1780" y="4709"/>
                  </a:cubicBezTo>
                  <a:cubicBezTo>
                    <a:pt x="1793" y="4709"/>
                    <a:pt x="1813" y="4703"/>
                    <a:pt x="1833" y="4696"/>
                  </a:cubicBezTo>
                  <a:cubicBezTo>
                    <a:pt x="1913" y="4669"/>
                    <a:pt x="1953" y="4583"/>
                    <a:pt x="1926" y="4503"/>
                  </a:cubicBezTo>
                  <a:lnTo>
                    <a:pt x="319" y="102"/>
                  </a:lnTo>
                  <a:cubicBezTo>
                    <a:pt x="293" y="39"/>
                    <a:pt x="234" y="1"/>
                    <a:pt x="170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1" name="Google Shape;741;p36"/>
            <p:cNvSpPr/>
            <p:nvPr/>
          </p:nvSpPr>
          <p:spPr>
            <a:xfrm>
              <a:off x="1721300" y="3939075"/>
              <a:ext cx="54300" cy="34725"/>
            </a:xfrm>
            <a:custGeom>
              <a:rect b="b" l="l" r="r" t="t"/>
              <a:pathLst>
                <a:path extrusionOk="0" h="1389" w="2172">
                  <a:moveTo>
                    <a:pt x="1998" y="1"/>
                  </a:moveTo>
                  <a:cubicBezTo>
                    <a:pt x="1971" y="1"/>
                    <a:pt x="1944" y="7"/>
                    <a:pt x="1919" y="21"/>
                  </a:cubicBezTo>
                  <a:lnTo>
                    <a:pt x="93" y="1103"/>
                  </a:lnTo>
                  <a:cubicBezTo>
                    <a:pt x="20" y="1143"/>
                    <a:pt x="0" y="1236"/>
                    <a:pt x="40" y="1309"/>
                  </a:cubicBezTo>
                  <a:cubicBezTo>
                    <a:pt x="73" y="1362"/>
                    <a:pt x="120" y="1389"/>
                    <a:pt x="173" y="1389"/>
                  </a:cubicBezTo>
                  <a:cubicBezTo>
                    <a:pt x="199" y="1389"/>
                    <a:pt x="226" y="1382"/>
                    <a:pt x="252" y="1362"/>
                  </a:cubicBezTo>
                  <a:lnTo>
                    <a:pt x="2078" y="286"/>
                  </a:lnTo>
                  <a:cubicBezTo>
                    <a:pt x="2145" y="247"/>
                    <a:pt x="2171" y="147"/>
                    <a:pt x="2131" y="74"/>
                  </a:cubicBezTo>
                  <a:cubicBezTo>
                    <a:pt x="2101" y="26"/>
                    <a:pt x="2050" y="1"/>
                    <a:pt x="1998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2" name="Google Shape;742;p36"/>
            <p:cNvSpPr/>
            <p:nvPr/>
          </p:nvSpPr>
          <p:spPr>
            <a:xfrm>
              <a:off x="1546025" y="3813250"/>
              <a:ext cx="85825" cy="114750"/>
            </a:xfrm>
            <a:custGeom>
              <a:rect b="b" l="l" r="r" t="t"/>
              <a:pathLst>
                <a:path extrusionOk="0" h="4590" w="3433">
                  <a:moveTo>
                    <a:pt x="176" y="1"/>
                  </a:moveTo>
                  <a:cubicBezTo>
                    <a:pt x="145" y="1"/>
                    <a:pt x="113" y="10"/>
                    <a:pt x="87" y="28"/>
                  </a:cubicBezTo>
                  <a:cubicBezTo>
                    <a:pt x="14" y="81"/>
                    <a:pt x="0" y="174"/>
                    <a:pt x="53" y="247"/>
                  </a:cubicBezTo>
                  <a:lnTo>
                    <a:pt x="3134" y="4529"/>
                  </a:lnTo>
                  <a:cubicBezTo>
                    <a:pt x="3160" y="4569"/>
                    <a:pt x="3214" y="4589"/>
                    <a:pt x="3260" y="4589"/>
                  </a:cubicBezTo>
                  <a:cubicBezTo>
                    <a:pt x="3293" y="4589"/>
                    <a:pt x="3320" y="4583"/>
                    <a:pt x="3346" y="4563"/>
                  </a:cubicBezTo>
                  <a:cubicBezTo>
                    <a:pt x="3419" y="4509"/>
                    <a:pt x="3433" y="4417"/>
                    <a:pt x="3386" y="4344"/>
                  </a:cubicBezTo>
                  <a:lnTo>
                    <a:pt x="299" y="61"/>
                  </a:lnTo>
                  <a:cubicBezTo>
                    <a:pt x="271" y="21"/>
                    <a:pt x="224" y="1"/>
                    <a:pt x="176" y="1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743" name="Google Shape;743;p36"/>
            <p:cNvSpPr/>
            <p:nvPr/>
          </p:nvSpPr>
          <p:spPr>
            <a:xfrm>
              <a:off x="1399300" y="3990150"/>
              <a:ext cx="176625" cy="21825"/>
            </a:xfrm>
            <a:custGeom>
              <a:rect b="b" l="l" r="r" t="t"/>
              <a:pathLst>
                <a:path extrusionOk="0" h="873" w="7065">
                  <a:moveTo>
                    <a:pt x="3528" y="0"/>
                  </a:moveTo>
                  <a:cubicBezTo>
                    <a:pt x="2375" y="0"/>
                    <a:pt x="1223" y="190"/>
                    <a:pt x="126" y="567"/>
                  </a:cubicBezTo>
                  <a:cubicBezTo>
                    <a:pt x="47" y="594"/>
                    <a:pt x="0" y="687"/>
                    <a:pt x="33" y="766"/>
                  </a:cubicBezTo>
                  <a:cubicBezTo>
                    <a:pt x="54" y="829"/>
                    <a:pt x="113" y="867"/>
                    <a:pt x="176" y="867"/>
                  </a:cubicBezTo>
                  <a:cubicBezTo>
                    <a:pt x="192" y="867"/>
                    <a:pt x="209" y="865"/>
                    <a:pt x="226" y="859"/>
                  </a:cubicBezTo>
                  <a:cubicBezTo>
                    <a:pt x="1287" y="492"/>
                    <a:pt x="2402" y="310"/>
                    <a:pt x="3517" y="310"/>
                  </a:cubicBezTo>
                  <a:cubicBezTo>
                    <a:pt x="4643" y="310"/>
                    <a:pt x="5768" y="496"/>
                    <a:pt x="6839" y="866"/>
                  </a:cubicBezTo>
                  <a:cubicBezTo>
                    <a:pt x="6858" y="873"/>
                    <a:pt x="6878" y="873"/>
                    <a:pt x="6892" y="873"/>
                  </a:cubicBezTo>
                  <a:cubicBezTo>
                    <a:pt x="6958" y="873"/>
                    <a:pt x="7018" y="833"/>
                    <a:pt x="7038" y="766"/>
                  </a:cubicBezTo>
                  <a:cubicBezTo>
                    <a:pt x="7064" y="687"/>
                    <a:pt x="7024" y="600"/>
                    <a:pt x="6945" y="574"/>
                  </a:cubicBezTo>
                  <a:cubicBezTo>
                    <a:pt x="5844" y="191"/>
                    <a:pt x="4686" y="0"/>
                    <a:pt x="3528" y="0"/>
                  </a:cubicBez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47" name="Shape 7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8" name="Google Shape;748;p37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SDT in Physical Education</a:t>
            </a:r>
            <a:endParaRPr/>
          </a:p>
        </p:txBody>
      </p:sp>
      <p:sp>
        <p:nvSpPr>
          <p:cNvPr id="749" name="Google Shape;749;p37"/>
          <p:cNvSpPr txBox="1"/>
          <p:nvPr>
            <p:ph idx="1" type="subTitle"/>
          </p:nvPr>
        </p:nvSpPr>
        <p:spPr>
          <a:xfrm>
            <a:off x="719975" y="1452700"/>
            <a:ext cx="6890400" cy="2915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Traditional PE classes share the same values as SDT</a:t>
            </a:r>
            <a:endParaRPr/>
          </a:p>
          <a:p>
            <a:pPr indent="-317500" lvl="1" marL="9144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Students get to pick their own activities</a:t>
            </a:r>
            <a:endParaRPr/>
          </a:p>
          <a:p>
            <a:pPr indent="-317500" lvl="1" marL="9144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Constructive Criticism leaves room for improvement without discouraging</a:t>
            </a:r>
            <a:endParaRPr/>
          </a:p>
          <a:p>
            <a:pPr indent="-317500" lvl="1" marL="9144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Lots of time for positive social interaction with classmates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 </a:t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Problems in PE that undermine SDT</a:t>
            </a:r>
            <a:endParaRPr/>
          </a:p>
          <a:p>
            <a:pPr indent="-317500" lvl="1" marL="9144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Strict Agendas</a:t>
            </a:r>
            <a:endParaRPr/>
          </a:p>
          <a:p>
            <a:pPr indent="-317500" lvl="1" marL="9144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Too Difficult/Simple Tasks</a:t>
            </a:r>
            <a:endParaRPr/>
          </a:p>
          <a:p>
            <a:pPr indent="-317500" lvl="1" marL="9144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feelings of exclusion and criticism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Understanding SDT allows teachers to properly integrate technology into class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53" name="Shape 7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4" name="Google Shape;754;p3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Wearable Devices</a:t>
            </a:r>
            <a:endParaRPr/>
          </a:p>
        </p:txBody>
      </p:sp>
      <p:sp>
        <p:nvSpPr>
          <p:cNvPr id="755" name="Google Shape;755;p38"/>
          <p:cNvSpPr txBox="1"/>
          <p:nvPr>
            <p:ph idx="4294967295" type="subTitle"/>
          </p:nvPr>
        </p:nvSpPr>
        <p:spPr>
          <a:xfrm>
            <a:off x="726050" y="1312124"/>
            <a:ext cx="4865100" cy="297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P</a:t>
            </a:r>
            <a:r>
              <a:rPr lang="en"/>
              <a:t>edometers and even smart watches can keep track of an individual’s steps and energy expenditure.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 Wearing such gadgets during class allows students to be in charge of their own fitness journeys</a:t>
            </a:r>
            <a:endParaRPr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Challenges: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Accessibility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Preferrably for HS and College students</a:t>
            </a:r>
            <a:endParaRPr/>
          </a:p>
        </p:txBody>
      </p:sp>
      <p:pic>
        <p:nvPicPr>
          <p:cNvPr descr="Wearable Fitness Technology - Direct Orthopedic Care" id="756" name="Google Shape;756;p3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91150" y="1312125"/>
            <a:ext cx="3172500" cy="23622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0" name="Shape 7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1" name="Google Shape;761;p3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Online Learning Platforms</a:t>
            </a:r>
            <a:endParaRPr/>
          </a:p>
        </p:txBody>
      </p:sp>
      <p:sp>
        <p:nvSpPr>
          <p:cNvPr id="762" name="Google Shape;762;p39"/>
          <p:cNvSpPr txBox="1"/>
          <p:nvPr>
            <p:ph idx="1" type="subTitle"/>
          </p:nvPr>
        </p:nvSpPr>
        <p:spPr>
          <a:xfrm>
            <a:off x="735125" y="1339575"/>
            <a:ext cx="4646400" cy="3028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Remote way to monitor student progress</a:t>
            </a:r>
            <a:endParaRPr/>
          </a:p>
          <a:p>
            <a:pPr indent="-317500" lvl="1" marL="9144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Freedom to choose when to do assignments</a:t>
            </a:r>
            <a:endParaRPr/>
          </a:p>
          <a:p>
            <a:pPr indent="-317500" lvl="1" marL="9144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Quick Access to Constructive Criticsism</a:t>
            </a:r>
            <a:endParaRPr/>
          </a:p>
          <a:p>
            <a:pPr indent="-317500" lvl="1" marL="914400" rtl="0" algn="ctr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Discussion Boards to interact with others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SzPts val="1400"/>
              <a:buChar char="●"/>
            </a:pPr>
            <a:r>
              <a:rPr lang="en"/>
              <a:t>Challenges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More Virtual than in person (Defeats the whole point of </a:t>
            </a:r>
            <a:r>
              <a:rPr b="1" lang="en"/>
              <a:t>PHYSICAL</a:t>
            </a:r>
            <a:r>
              <a:rPr lang="en"/>
              <a:t> Education)</a:t>
            </a:r>
            <a:endParaRPr/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SzPts val="1400"/>
              <a:buChar char="○"/>
            </a:pPr>
            <a:r>
              <a:rPr lang="en"/>
              <a:t>Preferably</a:t>
            </a:r>
            <a:r>
              <a:rPr lang="en"/>
              <a:t> limited to middleschool-College</a:t>
            </a:r>
            <a:endParaRPr/>
          </a:p>
        </p:txBody>
      </p:sp>
      <p:pic>
        <p:nvPicPr>
          <p:cNvPr id="763" name="Google Shape;763;p39" title="Screenshot 2026-04-14 at 4.28.24 AM.png"/>
          <p:cNvPicPr preferRelativeResize="0"/>
          <p:nvPr/>
        </p:nvPicPr>
        <p:blipFill rotWithShape="1">
          <a:blip r:embed="rId3">
            <a:alphaModFix/>
          </a:blip>
          <a:srcRect b="2750" l="0" r="0" t="-2750"/>
          <a:stretch/>
        </p:blipFill>
        <p:spPr>
          <a:xfrm rot="-455242">
            <a:off x="5667381" y="1153701"/>
            <a:ext cx="2185737" cy="1904268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pic>
      <p:pic>
        <p:nvPicPr>
          <p:cNvPr descr="Canvas | CTL" id="764" name="Google Shape;764;p3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408301" y="3021125"/>
            <a:ext cx="2735700" cy="1819200"/>
          </a:xfrm>
          <a:prstGeom prst="ellipse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8" name="Shape 7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9" name="Google Shape;769;p4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Gamification</a:t>
            </a:r>
            <a:endParaRPr/>
          </a:p>
        </p:txBody>
      </p:sp>
      <p:sp>
        <p:nvSpPr>
          <p:cNvPr id="770" name="Google Shape;770;p40"/>
          <p:cNvSpPr txBox="1"/>
          <p:nvPr/>
        </p:nvSpPr>
        <p:spPr>
          <a:xfrm>
            <a:off x="387000" y="1571575"/>
            <a:ext cx="5050200" cy="296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</a:pPr>
            <a:r>
              <a:rPr lang="en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Implementing game elements into non-game contexts</a:t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</a:pPr>
            <a:r>
              <a:rPr lang="en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Leaderboards</a:t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</a:pPr>
            <a:r>
              <a:rPr lang="en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Point Systems</a:t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</a:pPr>
            <a:r>
              <a:rPr lang="en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A study showed significant improvements in motivation and engagement when implementing gamification in a class.</a:t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●"/>
            </a:pPr>
            <a:r>
              <a:rPr lang="en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Challenges</a:t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</a:pPr>
            <a:r>
              <a:rPr lang="en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Relies on External Factors to maintain effectiveness</a:t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Nunito"/>
              <a:buChar char="○"/>
            </a:pPr>
            <a:r>
              <a:rPr lang="en">
                <a:solidFill>
                  <a:schemeClr val="dk1"/>
                </a:solidFill>
                <a:latin typeface="Nunito"/>
                <a:ea typeface="Nunito"/>
                <a:cs typeface="Nunito"/>
                <a:sym typeface="Nunito"/>
              </a:rPr>
              <a:t>Chances of encouraging unhealthy competition</a:t>
            </a:r>
            <a:endParaRPr>
              <a:solidFill>
                <a:schemeClr val="dk1"/>
              </a:solidFill>
              <a:latin typeface="Nunito"/>
              <a:ea typeface="Nunito"/>
              <a:cs typeface="Nunito"/>
              <a:sym typeface="Nunito"/>
            </a:endParaRPr>
          </a:p>
        </p:txBody>
      </p:sp>
      <p:pic>
        <p:nvPicPr>
          <p:cNvPr descr="Is The Gamification Of Fitness A Bad Thing?" id="771" name="Google Shape;771;p4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540200" y="1724150"/>
            <a:ext cx="3543826" cy="28749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5" name="Shape 7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6" name="Google Shape;776;p4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References</a:t>
            </a:r>
            <a:endParaRPr/>
          </a:p>
        </p:txBody>
      </p:sp>
      <p:sp>
        <p:nvSpPr>
          <p:cNvPr id="777" name="Google Shape;777;p41"/>
          <p:cNvSpPr txBox="1"/>
          <p:nvPr>
            <p:ph idx="1" type="body"/>
          </p:nvPr>
        </p:nvSpPr>
        <p:spPr>
          <a:xfrm>
            <a:off x="720000" y="1215750"/>
            <a:ext cx="7197000" cy="2555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80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unito"/>
              <a:buChar char="●"/>
            </a:pPr>
            <a:r>
              <a:rPr lang="en" sz="1300"/>
              <a:t>Brickwood, K.-J., Watson, G., O'Brien, J., &amp; Williams, A. D. (2019). Consumer-Based Wearable Activity Trackers Increase Physical Activity Participation: Systematic Review and Meta-Analysis. JMIR mHealth and uHealth, 7(4). 10.2196/11819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unito"/>
              <a:buChar char="●"/>
            </a:pPr>
            <a:r>
              <a:rPr lang="en" sz="1300"/>
              <a:t>Çakir, T., K, K. M., Asghar, S., Rajput, A., &amp; Ahmed, S. M. (2025). Evaluating the effectiveness of gamification in physical education: enhancing engagement through play and movement. Retos, (64), 925-935. 10.47197/retos.v64.112788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unito"/>
              <a:buChar char="●"/>
            </a:pPr>
            <a:r>
              <a:rPr lang="en" sz="1300"/>
              <a:t>McMillian, J. (2025, August). From Whistles to Wearables: How Technology Is Transforming K-12 Physical Education. Technology Tips, 96(6), 50-52. 10.1080/07303084.2025.2510163</a:t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Nunito"/>
              <a:buChar char="●"/>
            </a:pPr>
            <a:r>
              <a:rPr lang="en" sz="1300"/>
              <a:t>Teixeira, P. J., Carraça, E. V., Markland, D., Silva, M. N., &amp; Ryan, R. M. (2012, June 22). Exercise, physical activity, and self-determination theory: a systematic review. International Journal of Behavioral Nutrition and Physical Activity, 9(78). 10.1186/1479-5868-9-78</a:t>
            </a:r>
            <a:endParaRPr sz="1300"/>
          </a:p>
          <a:p>
            <a:pPr indent="0" lvl="0" marL="0" rtl="0" algn="l">
              <a:spcBef>
                <a:spcPts val="8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81" name="Shape 7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82" name="Google Shape;782;p42"/>
          <p:cNvGrpSpPr/>
          <p:nvPr/>
        </p:nvGrpSpPr>
        <p:grpSpPr>
          <a:xfrm>
            <a:off x="6079845" y="1037373"/>
            <a:ext cx="2690642" cy="3557769"/>
            <a:chOff x="4120038" y="1470947"/>
            <a:chExt cx="2858128" cy="3779232"/>
          </a:xfrm>
        </p:grpSpPr>
        <p:sp>
          <p:nvSpPr>
            <p:cNvPr id="783" name="Google Shape;783;p42"/>
            <p:cNvSpPr/>
            <p:nvPr/>
          </p:nvSpPr>
          <p:spPr>
            <a:xfrm>
              <a:off x="4120038" y="1762791"/>
              <a:ext cx="1384077" cy="806196"/>
            </a:xfrm>
            <a:custGeom>
              <a:rect b="b" l="l" r="r" t="t"/>
              <a:pathLst>
                <a:path extrusionOk="0" h="806196" w="1384077">
                  <a:moveTo>
                    <a:pt x="1384078" y="806196"/>
                  </a:moveTo>
                  <a:lnTo>
                    <a:pt x="0" y="806196"/>
                  </a:lnTo>
                  <a:lnTo>
                    <a:pt x="0" y="0"/>
                  </a:lnTo>
                  <a:lnTo>
                    <a:pt x="1384078" y="0"/>
                  </a:lnTo>
                  <a:lnTo>
                    <a:pt x="1384078" y="806196"/>
                  </a:lnTo>
                  <a:close/>
                  <a:moveTo>
                    <a:pt x="65913" y="740283"/>
                  </a:moveTo>
                  <a:lnTo>
                    <a:pt x="1318165" y="740283"/>
                  </a:lnTo>
                  <a:lnTo>
                    <a:pt x="1318165" y="65913"/>
                  </a:lnTo>
                  <a:lnTo>
                    <a:pt x="65913" y="65913"/>
                  </a:lnTo>
                  <a:lnTo>
                    <a:pt x="65913" y="740283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84" name="Google Shape;784;p42"/>
            <p:cNvSpPr/>
            <p:nvPr/>
          </p:nvSpPr>
          <p:spPr>
            <a:xfrm>
              <a:off x="4520469" y="2332005"/>
              <a:ext cx="583311" cy="31051"/>
            </a:xfrm>
            <a:custGeom>
              <a:rect b="b" l="l" r="r" t="t"/>
              <a:pathLst>
                <a:path extrusionOk="0" h="31051" w="583311">
                  <a:moveTo>
                    <a:pt x="567785" y="31051"/>
                  </a:moveTo>
                  <a:lnTo>
                    <a:pt x="15526" y="31051"/>
                  </a:lnTo>
                  <a:cubicBezTo>
                    <a:pt x="6953" y="31051"/>
                    <a:pt x="0" y="24098"/>
                    <a:pt x="0" y="15526"/>
                  </a:cubicBezTo>
                  <a:lnTo>
                    <a:pt x="0" y="15526"/>
                  </a:lnTo>
                  <a:cubicBezTo>
                    <a:pt x="0" y="6953"/>
                    <a:pt x="6953" y="0"/>
                    <a:pt x="15526" y="0"/>
                  </a:cubicBezTo>
                  <a:lnTo>
                    <a:pt x="567785" y="0"/>
                  </a:lnTo>
                  <a:cubicBezTo>
                    <a:pt x="576358" y="0"/>
                    <a:pt x="583311" y="6953"/>
                    <a:pt x="583311" y="15526"/>
                  </a:cubicBezTo>
                  <a:lnTo>
                    <a:pt x="583311" y="15526"/>
                  </a:lnTo>
                  <a:cubicBezTo>
                    <a:pt x="583311" y="24098"/>
                    <a:pt x="576358" y="31051"/>
                    <a:pt x="567785" y="31051"/>
                  </a:cubicBezTo>
                  <a:close/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85" name="Google Shape;785;p42"/>
            <p:cNvGrpSpPr/>
            <p:nvPr/>
          </p:nvGrpSpPr>
          <p:grpSpPr>
            <a:xfrm>
              <a:off x="4552950" y="2363057"/>
              <a:ext cx="518254" cy="467486"/>
              <a:chOff x="4552950" y="2363057"/>
              <a:chExt cx="518254" cy="467486"/>
            </a:xfrm>
          </p:grpSpPr>
          <p:sp>
            <p:nvSpPr>
              <p:cNvPr id="786" name="Google Shape;786;p42"/>
              <p:cNvSpPr/>
              <p:nvPr/>
            </p:nvSpPr>
            <p:spPr>
              <a:xfrm>
                <a:off x="4552950" y="2363057"/>
                <a:ext cx="113347" cy="467486"/>
              </a:xfrm>
              <a:custGeom>
                <a:rect b="b" l="l" r="r" t="t"/>
                <a:pathLst>
                  <a:path extrusionOk="0" h="467486" w="113347">
                    <a:moveTo>
                      <a:pt x="0" y="0"/>
                    </a:moveTo>
                    <a:lnTo>
                      <a:pt x="113348" y="467487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7" name="Google Shape;787;p42"/>
              <p:cNvSpPr/>
              <p:nvPr/>
            </p:nvSpPr>
            <p:spPr>
              <a:xfrm>
                <a:off x="4957857" y="2363057"/>
                <a:ext cx="113347" cy="467486"/>
              </a:xfrm>
              <a:custGeom>
                <a:rect b="b" l="l" r="r" t="t"/>
                <a:pathLst>
                  <a:path extrusionOk="0" h="467486" w="113347">
                    <a:moveTo>
                      <a:pt x="113348" y="0"/>
                    </a:moveTo>
                    <a:lnTo>
                      <a:pt x="0" y="467487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8" name="Google Shape;788;p42"/>
              <p:cNvSpPr/>
              <p:nvPr/>
            </p:nvSpPr>
            <p:spPr>
              <a:xfrm>
                <a:off x="4921472" y="2363057"/>
                <a:ext cx="84963" cy="467486"/>
              </a:xfrm>
              <a:custGeom>
                <a:rect b="b" l="l" r="r" t="t"/>
                <a:pathLst>
                  <a:path extrusionOk="0" h="467486" w="84963">
                    <a:moveTo>
                      <a:pt x="84963" y="0"/>
                    </a:moveTo>
                    <a:lnTo>
                      <a:pt x="0" y="467487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89" name="Google Shape;789;p42"/>
              <p:cNvSpPr/>
              <p:nvPr/>
            </p:nvSpPr>
            <p:spPr>
              <a:xfrm>
                <a:off x="4884991" y="2363057"/>
                <a:ext cx="56673" cy="467486"/>
              </a:xfrm>
              <a:custGeom>
                <a:rect b="b" l="l" r="r" t="t"/>
                <a:pathLst>
                  <a:path extrusionOk="0" h="467486" w="56673">
                    <a:moveTo>
                      <a:pt x="56674" y="0"/>
                    </a:moveTo>
                    <a:lnTo>
                      <a:pt x="0" y="467487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0" name="Google Shape;790;p42"/>
              <p:cNvSpPr/>
              <p:nvPr/>
            </p:nvSpPr>
            <p:spPr>
              <a:xfrm>
                <a:off x="4848510" y="2363057"/>
                <a:ext cx="28384" cy="467486"/>
              </a:xfrm>
              <a:custGeom>
                <a:rect b="b" l="l" r="r" t="t"/>
                <a:pathLst>
                  <a:path extrusionOk="0" h="467486" w="28384">
                    <a:moveTo>
                      <a:pt x="28385" y="0"/>
                    </a:moveTo>
                    <a:lnTo>
                      <a:pt x="0" y="467487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1" name="Google Shape;791;p42"/>
              <p:cNvSpPr/>
              <p:nvPr/>
            </p:nvSpPr>
            <p:spPr>
              <a:xfrm>
                <a:off x="4812125" y="2363057"/>
                <a:ext cx="9525" cy="467486"/>
              </a:xfrm>
              <a:custGeom>
                <a:rect b="b" l="l" r="r" t="t"/>
                <a:pathLst>
                  <a:path extrusionOk="0" h="467486" w="9525">
                    <a:moveTo>
                      <a:pt x="0" y="0"/>
                    </a:moveTo>
                    <a:lnTo>
                      <a:pt x="0" y="467487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2" name="Google Shape;792;p42"/>
              <p:cNvSpPr/>
              <p:nvPr/>
            </p:nvSpPr>
            <p:spPr>
              <a:xfrm>
                <a:off x="4747355" y="2363057"/>
                <a:ext cx="28289" cy="467486"/>
              </a:xfrm>
              <a:custGeom>
                <a:rect b="b" l="l" r="r" t="t"/>
                <a:pathLst>
                  <a:path extrusionOk="0" h="467486" w="28289">
                    <a:moveTo>
                      <a:pt x="0" y="0"/>
                    </a:moveTo>
                    <a:lnTo>
                      <a:pt x="28289" y="467487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3" name="Google Shape;793;p42"/>
              <p:cNvSpPr/>
              <p:nvPr/>
            </p:nvSpPr>
            <p:spPr>
              <a:xfrm>
                <a:off x="4682490" y="2363057"/>
                <a:ext cx="56769" cy="467486"/>
              </a:xfrm>
              <a:custGeom>
                <a:rect b="b" l="l" r="r" t="t"/>
                <a:pathLst>
                  <a:path extrusionOk="0" h="467486" w="56769">
                    <a:moveTo>
                      <a:pt x="0" y="0"/>
                    </a:moveTo>
                    <a:lnTo>
                      <a:pt x="56769" y="467487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794" name="Google Shape;794;p42"/>
              <p:cNvSpPr/>
              <p:nvPr/>
            </p:nvSpPr>
            <p:spPr>
              <a:xfrm>
                <a:off x="4617720" y="2363057"/>
                <a:ext cx="85058" cy="467486"/>
              </a:xfrm>
              <a:custGeom>
                <a:rect b="b" l="l" r="r" t="t"/>
                <a:pathLst>
                  <a:path extrusionOk="0" h="467486" w="85058">
                    <a:moveTo>
                      <a:pt x="0" y="0"/>
                    </a:moveTo>
                    <a:lnTo>
                      <a:pt x="85058" y="467487"/>
                    </a:lnTo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795" name="Google Shape;795;p42"/>
            <p:cNvSpPr/>
            <p:nvPr/>
          </p:nvSpPr>
          <p:spPr>
            <a:xfrm>
              <a:off x="4775644" y="2568987"/>
              <a:ext cx="72866" cy="2681192"/>
            </a:xfrm>
            <a:custGeom>
              <a:rect b="b" l="l" r="r" t="t"/>
              <a:pathLst>
                <a:path extrusionOk="0" h="2681192" w="72866">
                  <a:moveTo>
                    <a:pt x="0" y="0"/>
                  </a:moveTo>
                  <a:lnTo>
                    <a:pt x="72866" y="0"/>
                  </a:lnTo>
                  <a:lnTo>
                    <a:pt x="72866" y="2681192"/>
                  </a:lnTo>
                  <a:lnTo>
                    <a:pt x="0" y="2681192"/>
                  </a:lnTo>
                  <a:close/>
                </a:path>
              </a:pathLst>
            </a:custGeom>
            <a:noFill/>
            <a:ln cap="flat" cmpd="sng" w="9525">
              <a:solidFill>
                <a:schemeClr val="accent1"/>
              </a:solidFill>
              <a:prstDash val="solid"/>
              <a:miter lim="8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grpSp>
          <p:nvGrpSpPr>
            <p:cNvPr id="796" name="Google Shape;796;p42"/>
            <p:cNvGrpSpPr/>
            <p:nvPr/>
          </p:nvGrpSpPr>
          <p:grpSpPr>
            <a:xfrm>
              <a:off x="5730717" y="1470947"/>
              <a:ext cx="1247449" cy="3772088"/>
              <a:chOff x="5730717" y="1470947"/>
              <a:chExt cx="1247449" cy="3772088"/>
            </a:xfrm>
          </p:grpSpPr>
          <p:sp>
            <p:nvSpPr>
              <p:cNvPr id="797" name="Google Shape;797;p42"/>
              <p:cNvSpPr/>
              <p:nvPr/>
            </p:nvSpPr>
            <p:spPr>
              <a:xfrm>
                <a:off x="5730717" y="2386774"/>
                <a:ext cx="940688" cy="2856261"/>
              </a:xfrm>
              <a:custGeom>
                <a:rect b="b" l="l" r="r" t="t"/>
                <a:pathLst>
                  <a:path extrusionOk="0" h="2856261" w="940688">
                    <a:moveTo>
                      <a:pt x="848963" y="0"/>
                    </a:moveTo>
                    <a:lnTo>
                      <a:pt x="848963" y="178022"/>
                    </a:lnTo>
                    <a:lnTo>
                      <a:pt x="91726" y="178022"/>
                    </a:lnTo>
                    <a:lnTo>
                      <a:pt x="91726" y="0"/>
                    </a:lnTo>
                    <a:lnTo>
                      <a:pt x="0" y="0"/>
                    </a:lnTo>
                    <a:lnTo>
                      <a:pt x="0" y="2856262"/>
                    </a:lnTo>
                    <a:lnTo>
                      <a:pt x="91726" y="2856262"/>
                    </a:lnTo>
                    <a:lnTo>
                      <a:pt x="91726" y="2683097"/>
                    </a:lnTo>
                    <a:lnTo>
                      <a:pt x="848963" y="2683097"/>
                    </a:lnTo>
                    <a:lnTo>
                      <a:pt x="848963" y="2856262"/>
                    </a:lnTo>
                    <a:lnTo>
                      <a:pt x="940689" y="2856262"/>
                    </a:lnTo>
                    <a:lnTo>
                      <a:pt x="940689" y="0"/>
                    </a:lnTo>
                    <a:lnTo>
                      <a:pt x="848963" y="0"/>
                    </a:lnTo>
                    <a:close/>
                    <a:moveTo>
                      <a:pt x="848963" y="255270"/>
                    </a:moveTo>
                    <a:lnTo>
                      <a:pt x="848963" y="447770"/>
                    </a:lnTo>
                    <a:lnTo>
                      <a:pt x="91726" y="447770"/>
                    </a:lnTo>
                    <a:lnTo>
                      <a:pt x="91726" y="255270"/>
                    </a:lnTo>
                    <a:lnTo>
                      <a:pt x="848963" y="255270"/>
                    </a:lnTo>
                    <a:close/>
                    <a:moveTo>
                      <a:pt x="91726" y="2066353"/>
                    </a:moveTo>
                    <a:lnTo>
                      <a:pt x="91726" y="1873853"/>
                    </a:lnTo>
                    <a:lnTo>
                      <a:pt x="848963" y="1873853"/>
                    </a:lnTo>
                    <a:lnTo>
                      <a:pt x="848963" y="2066353"/>
                    </a:lnTo>
                    <a:lnTo>
                      <a:pt x="91726" y="2066353"/>
                    </a:lnTo>
                    <a:close/>
                    <a:moveTo>
                      <a:pt x="848963" y="2143601"/>
                    </a:moveTo>
                    <a:lnTo>
                      <a:pt x="848963" y="2336102"/>
                    </a:lnTo>
                    <a:lnTo>
                      <a:pt x="91726" y="2336102"/>
                    </a:lnTo>
                    <a:lnTo>
                      <a:pt x="91726" y="2143601"/>
                    </a:lnTo>
                    <a:lnTo>
                      <a:pt x="848963" y="2143601"/>
                    </a:lnTo>
                    <a:close/>
                    <a:moveTo>
                      <a:pt x="91726" y="1796606"/>
                    </a:moveTo>
                    <a:lnTo>
                      <a:pt x="91726" y="1604105"/>
                    </a:lnTo>
                    <a:lnTo>
                      <a:pt x="848963" y="1604105"/>
                    </a:lnTo>
                    <a:lnTo>
                      <a:pt x="848963" y="1796606"/>
                    </a:lnTo>
                    <a:lnTo>
                      <a:pt x="91726" y="1796606"/>
                    </a:lnTo>
                    <a:close/>
                    <a:moveTo>
                      <a:pt x="91726" y="1526858"/>
                    </a:moveTo>
                    <a:lnTo>
                      <a:pt x="91726" y="1334357"/>
                    </a:lnTo>
                    <a:lnTo>
                      <a:pt x="848963" y="1334357"/>
                    </a:lnTo>
                    <a:lnTo>
                      <a:pt x="848963" y="1526858"/>
                    </a:lnTo>
                    <a:lnTo>
                      <a:pt x="91726" y="1526858"/>
                    </a:lnTo>
                    <a:close/>
                    <a:moveTo>
                      <a:pt x="91726" y="1257110"/>
                    </a:moveTo>
                    <a:lnTo>
                      <a:pt x="91726" y="1064609"/>
                    </a:lnTo>
                    <a:lnTo>
                      <a:pt x="848963" y="1064609"/>
                    </a:lnTo>
                    <a:lnTo>
                      <a:pt x="848963" y="1257110"/>
                    </a:lnTo>
                    <a:lnTo>
                      <a:pt x="91726" y="1257110"/>
                    </a:lnTo>
                    <a:close/>
                    <a:moveTo>
                      <a:pt x="91726" y="987362"/>
                    </a:moveTo>
                    <a:lnTo>
                      <a:pt x="91726" y="794861"/>
                    </a:lnTo>
                    <a:lnTo>
                      <a:pt x="848963" y="794861"/>
                    </a:lnTo>
                    <a:lnTo>
                      <a:pt x="848963" y="987362"/>
                    </a:lnTo>
                    <a:lnTo>
                      <a:pt x="91726" y="987362"/>
                    </a:lnTo>
                    <a:close/>
                    <a:moveTo>
                      <a:pt x="91726" y="717613"/>
                    </a:moveTo>
                    <a:lnTo>
                      <a:pt x="91726" y="525113"/>
                    </a:lnTo>
                    <a:lnTo>
                      <a:pt x="848963" y="525113"/>
                    </a:lnTo>
                    <a:lnTo>
                      <a:pt x="848963" y="717613"/>
                    </a:lnTo>
                    <a:lnTo>
                      <a:pt x="91726" y="717613"/>
                    </a:lnTo>
                    <a:close/>
                    <a:moveTo>
                      <a:pt x="91726" y="2605945"/>
                    </a:moveTo>
                    <a:lnTo>
                      <a:pt x="91726" y="2413445"/>
                    </a:lnTo>
                    <a:lnTo>
                      <a:pt x="848963" y="2413445"/>
                    </a:lnTo>
                    <a:lnTo>
                      <a:pt x="848963" y="2605945"/>
                    </a:lnTo>
                    <a:lnTo>
                      <a:pt x="91726" y="2605945"/>
                    </a:lnTo>
                    <a:close/>
                  </a:path>
                </a:pathLst>
              </a:custGeom>
              <a:noFill/>
              <a:ln cap="flat" cmpd="sng" w="9525">
                <a:solidFill>
                  <a:schemeClr val="accent1"/>
                </a:solidFill>
                <a:prstDash val="solid"/>
                <a:miter lim="8000"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798" name="Google Shape;798;p42"/>
              <p:cNvGrpSpPr/>
              <p:nvPr/>
            </p:nvGrpSpPr>
            <p:grpSpPr>
              <a:xfrm>
                <a:off x="6358327" y="1470947"/>
                <a:ext cx="619839" cy="619839"/>
                <a:chOff x="6358327" y="1470947"/>
                <a:chExt cx="619839" cy="619839"/>
              </a:xfrm>
            </p:grpSpPr>
            <p:sp>
              <p:nvSpPr>
                <p:cNvPr id="799" name="Google Shape;799;p42"/>
                <p:cNvSpPr/>
                <p:nvPr/>
              </p:nvSpPr>
              <p:spPr>
                <a:xfrm rot="-4672513">
                  <a:off x="6407313" y="1519933"/>
                  <a:ext cx="521867" cy="521867"/>
                </a:xfrm>
                <a:custGeom>
                  <a:rect b="b" l="l" r="r" t="t"/>
                  <a:pathLst>
                    <a:path extrusionOk="0" h="521970" w="521970">
                      <a:moveTo>
                        <a:pt x="521970" y="260985"/>
                      </a:moveTo>
                      <a:cubicBezTo>
                        <a:pt x="521970" y="405123"/>
                        <a:pt x="405123" y="521970"/>
                        <a:pt x="260985" y="521970"/>
                      </a:cubicBezTo>
                      <a:cubicBezTo>
                        <a:pt x="116847" y="521970"/>
                        <a:pt x="0" y="405123"/>
                        <a:pt x="0" y="260985"/>
                      </a:cubicBezTo>
                      <a:cubicBezTo>
                        <a:pt x="0" y="116847"/>
                        <a:pt x="116847" y="0"/>
                        <a:pt x="260985" y="0"/>
                      </a:cubicBezTo>
                      <a:cubicBezTo>
                        <a:pt x="405123" y="0"/>
                        <a:pt x="521970" y="116847"/>
                        <a:pt x="521970" y="260985"/>
                      </a:cubicBezTo>
                      <a:close/>
                    </a:path>
                  </a:pathLst>
                </a:custGeom>
                <a:noFill/>
                <a:ln cap="flat" cmpd="sng" w="9525">
                  <a:solidFill>
                    <a:schemeClr val="accen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0" name="Google Shape;800;p42"/>
                <p:cNvSpPr/>
                <p:nvPr/>
              </p:nvSpPr>
              <p:spPr>
                <a:xfrm>
                  <a:off x="6668511" y="1620450"/>
                  <a:ext cx="115252" cy="160591"/>
                </a:xfrm>
                <a:custGeom>
                  <a:rect b="b" l="l" r="r" t="t"/>
                  <a:pathLst>
                    <a:path extrusionOk="0" h="160591" w="115252">
                      <a:moveTo>
                        <a:pt x="0" y="0"/>
                      </a:moveTo>
                      <a:lnTo>
                        <a:pt x="0" y="160592"/>
                      </a:lnTo>
                      <a:lnTo>
                        <a:pt x="115253" y="109061"/>
                      </a:lnTo>
                    </a:path>
                  </a:pathLst>
                </a:custGeom>
                <a:noFill/>
                <a:ln cap="flat" cmpd="sng" w="9525">
                  <a:solidFill>
                    <a:schemeClr val="accent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</p:grpSp>
      <p:sp>
        <p:nvSpPr>
          <p:cNvPr id="801" name="Google Shape;801;p42"/>
          <p:cNvSpPr txBox="1"/>
          <p:nvPr>
            <p:ph type="title"/>
          </p:nvPr>
        </p:nvSpPr>
        <p:spPr>
          <a:xfrm>
            <a:off x="621250" y="1037375"/>
            <a:ext cx="5061000" cy="1058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you!</a:t>
            </a:r>
            <a:endParaRPr/>
          </a:p>
        </p:txBody>
      </p:sp>
      <p:sp>
        <p:nvSpPr>
          <p:cNvPr id="802" name="Google Shape;802;p42"/>
          <p:cNvSpPr txBox="1"/>
          <p:nvPr>
            <p:ph idx="1" type="subTitle"/>
          </p:nvPr>
        </p:nvSpPr>
        <p:spPr>
          <a:xfrm>
            <a:off x="743950" y="2206637"/>
            <a:ext cx="3099900" cy="60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500"/>
              <a:t>Questions?</a:t>
            </a:r>
            <a:endParaRPr sz="2500"/>
          </a:p>
        </p:txBody>
      </p:sp>
      <p:grpSp>
        <p:nvGrpSpPr>
          <p:cNvPr id="803" name="Google Shape;803;p42"/>
          <p:cNvGrpSpPr/>
          <p:nvPr/>
        </p:nvGrpSpPr>
        <p:grpSpPr>
          <a:xfrm flipH="1">
            <a:off x="4604504" y="2160166"/>
            <a:ext cx="1607292" cy="2172132"/>
            <a:chOff x="5260329" y="2220141"/>
            <a:chExt cx="1607292" cy="2172132"/>
          </a:xfrm>
        </p:grpSpPr>
        <p:grpSp>
          <p:nvGrpSpPr>
            <p:cNvPr id="804" name="Google Shape;804;p42"/>
            <p:cNvGrpSpPr/>
            <p:nvPr/>
          </p:nvGrpSpPr>
          <p:grpSpPr>
            <a:xfrm>
              <a:off x="5260329" y="2220141"/>
              <a:ext cx="1607292" cy="2172132"/>
              <a:chOff x="3784581" y="2734387"/>
              <a:chExt cx="1664380" cy="2249282"/>
            </a:xfrm>
          </p:grpSpPr>
          <p:grpSp>
            <p:nvGrpSpPr>
              <p:cNvPr id="805" name="Google Shape;805;p42"/>
              <p:cNvGrpSpPr/>
              <p:nvPr/>
            </p:nvGrpSpPr>
            <p:grpSpPr>
              <a:xfrm>
                <a:off x="4882515" y="4681632"/>
                <a:ext cx="250888" cy="302037"/>
                <a:chOff x="4882515" y="4681632"/>
                <a:chExt cx="250888" cy="302037"/>
              </a:xfrm>
            </p:grpSpPr>
            <p:sp>
              <p:nvSpPr>
                <p:cNvPr id="806" name="Google Shape;806;p42"/>
                <p:cNvSpPr/>
                <p:nvPr/>
              </p:nvSpPr>
              <p:spPr>
                <a:xfrm>
                  <a:off x="4882515" y="4681632"/>
                  <a:ext cx="250888" cy="241172"/>
                </a:xfrm>
                <a:custGeom>
                  <a:rect b="b" l="l" r="r" t="t"/>
                  <a:pathLst>
                    <a:path extrusionOk="0" h="241172" w="250888">
                      <a:moveTo>
                        <a:pt x="250888" y="0"/>
                      </a:moveTo>
                      <a:cubicBezTo>
                        <a:pt x="250888" y="0"/>
                        <a:pt x="251555" y="120587"/>
                        <a:pt x="0" y="241173"/>
                      </a:cubicBezTo>
                    </a:path>
                  </a:pathLst>
                </a:custGeom>
                <a:noFill/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07" name="Google Shape;807;p42"/>
                <p:cNvSpPr/>
                <p:nvPr/>
              </p:nvSpPr>
              <p:spPr>
                <a:xfrm>
                  <a:off x="4882610" y="4837080"/>
                  <a:ext cx="249364" cy="146589"/>
                </a:xfrm>
                <a:custGeom>
                  <a:rect b="b" l="l" r="r" t="t"/>
                  <a:pathLst>
                    <a:path extrusionOk="0" h="146589" w="249364">
                      <a:moveTo>
                        <a:pt x="249364" y="0"/>
                      </a:moveTo>
                      <a:cubicBezTo>
                        <a:pt x="249364" y="0"/>
                        <a:pt x="184118" y="101346"/>
                        <a:pt x="0" y="146590"/>
                      </a:cubicBezTo>
                    </a:path>
                  </a:pathLst>
                </a:custGeom>
                <a:noFill/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808" name="Google Shape;808;p42"/>
              <p:cNvGrpSpPr/>
              <p:nvPr/>
            </p:nvGrpSpPr>
            <p:grpSpPr>
              <a:xfrm>
                <a:off x="3784581" y="2734387"/>
                <a:ext cx="1664380" cy="2221564"/>
                <a:chOff x="3784581" y="2734387"/>
                <a:chExt cx="1664380" cy="2221564"/>
              </a:xfrm>
            </p:grpSpPr>
            <p:sp>
              <p:nvSpPr>
                <p:cNvPr id="809" name="Google Shape;809;p42"/>
                <p:cNvSpPr/>
                <p:nvPr/>
              </p:nvSpPr>
              <p:spPr>
                <a:xfrm>
                  <a:off x="3784581" y="3230924"/>
                  <a:ext cx="1664380" cy="1725027"/>
                </a:xfrm>
                <a:custGeom>
                  <a:rect b="b" l="l" r="r" t="t"/>
                  <a:pathLst>
                    <a:path extrusionOk="0" h="1725027" w="1664380">
                      <a:moveTo>
                        <a:pt x="31800" y="68154"/>
                      </a:moveTo>
                      <a:cubicBezTo>
                        <a:pt x="31800" y="68154"/>
                        <a:pt x="-19921" y="109683"/>
                        <a:pt x="8559" y="195884"/>
                      </a:cubicBezTo>
                      <a:cubicBezTo>
                        <a:pt x="37039" y="282085"/>
                        <a:pt x="195344" y="426484"/>
                        <a:pt x="175913" y="685945"/>
                      </a:cubicBezTo>
                      <a:cubicBezTo>
                        <a:pt x="156482" y="945406"/>
                        <a:pt x="159244" y="1725027"/>
                        <a:pt x="766177" y="1725027"/>
                      </a:cubicBezTo>
                      <a:cubicBezTo>
                        <a:pt x="1373110" y="1725027"/>
                        <a:pt x="1470551" y="1045324"/>
                        <a:pt x="1461121" y="842917"/>
                      </a:cubicBezTo>
                      <a:cubicBezTo>
                        <a:pt x="1451692" y="640511"/>
                        <a:pt x="1494268" y="263607"/>
                        <a:pt x="1605044" y="169119"/>
                      </a:cubicBezTo>
                      <a:cubicBezTo>
                        <a:pt x="1715820" y="74631"/>
                        <a:pt x="1641049" y="-8618"/>
                        <a:pt x="1622284" y="717"/>
                      </a:cubicBezTo>
                    </a:path>
                  </a:pathLst>
                </a:custGeom>
                <a:noFill/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810" name="Google Shape;810;p42"/>
                <p:cNvGrpSpPr/>
                <p:nvPr/>
              </p:nvGrpSpPr>
              <p:grpSpPr>
                <a:xfrm>
                  <a:off x="4824698" y="3222814"/>
                  <a:ext cx="583945" cy="279190"/>
                  <a:chOff x="4824698" y="3222814"/>
                  <a:chExt cx="583945" cy="279190"/>
                </a:xfrm>
              </p:grpSpPr>
              <p:grpSp>
                <p:nvGrpSpPr>
                  <p:cNvPr id="811" name="Google Shape;811;p42"/>
                  <p:cNvGrpSpPr/>
                  <p:nvPr/>
                </p:nvGrpSpPr>
                <p:grpSpPr>
                  <a:xfrm>
                    <a:off x="4824698" y="3222814"/>
                    <a:ext cx="583945" cy="279190"/>
                    <a:chOff x="4824698" y="3222814"/>
                    <a:chExt cx="583945" cy="279190"/>
                  </a:xfrm>
                </p:grpSpPr>
                <p:sp>
                  <p:nvSpPr>
                    <p:cNvPr id="812" name="Google Shape;812;p42"/>
                    <p:cNvSpPr/>
                    <p:nvPr/>
                  </p:nvSpPr>
                  <p:spPr>
                    <a:xfrm>
                      <a:off x="4824698" y="3232212"/>
                      <a:ext cx="557888" cy="269792"/>
                    </a:xfrm>
                    <a:custGeom>
                      <a:rect b="b" l="l" r="r" t="t"/>
                      <a:pathLst>
                        <a:path extrusionOk="0" h="269792" w="557888">
                          <a:moveTo>
                            <a:pt x="210217" y="94583"/>
                          </a:moveTo>
                          <a:lnTo>
                            <a:pt x="118586" y="12478"/>
                          </a:lnTo>
                          <a:lnTo>
                            <a:pt x="0" y="137731"/>
                          </a:lnTo>
                          <a:lnTo>
                            <a:pt x="96679" y="229553"/>
                          </a:lnTo>
                          <a:cubicBezTo>
                            <a:pt x="154591" y="284512"/>
                            <a:pt x="245840" y="282988"/>
                            <a:pt x="301847" y="226123"/>
                          </a:cubicBezTo>
                          <a:lnTo>
                            <a:pt x="443579" y="95726"/>
                          </a:lnTo>
                          <a:cubicBezTo>
                            <a:pt x="443579" y="95726"/>
                            <a:pt x="534067" y="96964"/>
                            <a:pt x="551783" y="59531"/>
                          </a:cubicBezTo>
                          <a:cubicBezTo>
                            <a:pt x="569500" y="22098"/>
                            <a:pt x="543020" y="16859"/>
                            <a:pt x="543020" y="16859"/>
                          </a:cubicBezTo>
                          <a:lnTo>
                            <a:pt x="482155" y="0"/>
                          </a:lnTo>
                          <a:lnTo>
                            <a:pt x="210217" y="94679"/>
                          </a:lnTo>
                          <a:close/>
                        </a:path>
                      </a:pathLst>
                    </a:custGeom>
                    <a:solidFill>
                      <a:srgbClr val="783F04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813" name="Google Shape;813;p42"/>
                    <p:cNvSpPr/>
                    <p:nvPr/>
                  </p:nvSpPr>
                  <p:spPr>
                    <a:xfrm>
                      <a:off x="5241775" y="3222814"/>
                      <a:ext cx="166868" cy="100902"/>
                    </a:xfrm>
                    <a:custGeom>
                      <a:rect b="b" l="l" r="r" t="t"/>
                      <a:pathLst>
                        <a:path extrusionOk="0" h="100902" w="166868">
                          <a:moveTo>
                            <a:pt x="165090" y="8827"/>
                          </a:moveTo>
                          <a:lnTo>
                            <a:pt x="165090" y="8827"/>
                          </a:lnTo>
                          <a:cubicBezTo>
                            <a:pt x="169186" y="16733"/>
                            <a:pt x="165948" y="26544"/>
                            <a:pt x="158042" y="30544"/>
                          </a:cubicBezTo>
                          <a:lnTo>
                            <a:pt x="23454" y="99124"/>
                          </a:lnTo>
                          <a:cubicBezTo>
                            <a:pt x="15548" y="103220"/>
                            <a:pt x="5737" y="99981"/>
                            <a:pt x="1737" y="92075"/>
                          </a:cubicBezTo>
                          <a:lnTo>
                            <a:pt x="1737" y="92075"/>
                          </a:lnTo>
                          <a:cubicBezTo>
                            <a:pt x="-2264" y="84170"/>
                            <a:pt x="879" y="74359"/>
                            <a:pt x="8785" y="70358"/>
                          </a:cubicBezTo>
                          <a:lnTo>
                            <a:pt x="143373" y="1779"/>
                          </a:lnTo>
                          <a:cubicBezTo>
                            <a:pt x="151279" y="-2317"/>
                            <a:pt x="161090" y="921"/>
                            <a:pt x="165090" y="8827"/>
                          </a:cubicBez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 cap="rnd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814" name="Google Shape;814;p42"/>
                  <p:cNvSpPr/>
                  <p:nvPr/>
                </p:nvSpPr>
                <p:spPr>
                  <a:xfrm>
                    <a:off x="5299819" y="3233740"/>
                    <a:ext cx="89824" cy="84429"/>
                  </a:xfrm>
                  <a:custGeom>
                    <a:rect b="b" l="l" r="r" t="t"/>
                    <a:pathLst>
                      <a:path extrusionOk="0" h="84429" w="89824">
                        <a:moveTo>
                          <a:pt x="89044" y="28000"/>
                        </a:moveTo>
                        <a:cubicBezTo>
                          <a:pt x="88378" y="24000"/>
                          <a:pt x="86092" y="20380"/>
                          <a:pt x="82948" y="17809"/>
                        </a:cubicBezTo>
                        <a:cubicBezTo>
                          <a:pt x="73423" y="9903"/>
                          <a:pt x="52468" y="-5623"/>
                          <a:pt x="44182" y="2092"/>
                        </a:cubicBezTo>
                        <a:cubicBezTo>
                          <a:pt x="33228" y="12189"/>
                          <a:pt x="71423" y="36954"/>
                          <a:pt x="71423" y="36954"/>
                        </a:cubicBezTo>
                        <a:cubicBezTo>
                          <a:pt x="71423" y="36954"/>
                          <a:pt x="36847" y="9522"/>
                          <a:pt x="28370" y="17047"/>
                        </a:cubicBezTo>
                        <a:cubicBezTo>
                          <a:pt x="19893" y="24571"/>
                          <a:pt x="50468" y="55147"/>
                          <a:pt x="50468" y="55147"/>
                        </a:cubicBezTo>
                        <a:cubicBezTo>
                          <a:pt x="50468" y="55147"/>
                          <a:pt x="19417" y="23619"/>
                          <a:pt x="11511" y="29810"/>
                        </a:cubicBezTo>
                        <a:cubicBezTo>
                          <a:pt x="3605" y="36001"/>
                          <a:pt x="30942" y="71053"/>
                          <a:pt x="30942" y="71053"/>
                        </a:cubicBezTo>
                        <a:cubicBezTo>
                          <a:pt x="30942" y="71053"/>
                          <a:pt x="9796" y="40954"/>
                          <a:pt x="1796" y="45431"/>
                        </a:cubicBezTo>
                        <a:cubicBezTo>
                          <a:pt x="-3443" y="48384"/>
                          <a:pt x="3891" y="64386"/>
                          <a:pt x="9606" y="74959"/>
                        </a:cubicBezTo>
                        <a:cubicBezTo>
                          <a:pt x="12940" y="81150"/>
                          <a:pt x="19417" y="84865"/>
                          <a:pt x="26465" y="84388"/>
                        </a:cubicBezTo>
                        <a:cubicBezTo>
                          <a:pt x="48944" y="83150"/>
                          <a:pt x="96474" y="74863"/>
                          <a:pt x="89044" y="28000"/>
                        </a:cubicBezTo>
                        <a:close/>
                      </a:path>
                    </a:pathLst>
                  </a:custGeom>
                  <a:solidFill>
                    <a:srgbClr val="783F04"/>
                  </a:solidFill>
                  <a:ln cap="rnd" cmpd="sng" w="952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15" name="Google Shape;815;p42"/>
                  <p:cNvSpPr/>
                  <p:nvPr/>
                </p:nvSpPr>
                <p:spPr>
                  <a:xfrm>
                    <a:off x="5276373" y="3226109"/>
                    <a:ext cx="117974" cy="47175"/>
                  </a:xfrm>
                  <a:custGeom>
                    <a:rect b="b" l="l" r="r" t="t"/>
                    <a:pathLst>
                      <a:path extrusionOk="0" h="47175" w="117974">
                        <a:moveTo>
                          <a:pt x="30480" y="6008"/>
                        </a:moveTo>
                        <a:cubicBezTo>
                          <a:pt x="30480" y="6008"/>
                          <a:pt x="63437" y="3626"/>
                          <a:pt x="77153" y="4008"/>
                        </a:cubicBezTo>
                        <a:cubicBezTo>
                          <a:pt x="90869" y="4389"/>
                          <a:pt x="112300" y="-5327"/>
                          <a:pt x="117729" y="4198"/>
                        </a:cubicBezTo>
                        <a:cubicBezTo>
                          <a:pt x="121349" y="10580"/>
                          <a:pt x="84106" y="29058"/>
                          <a:pt x="63437" y="30582"/>
                        </a:cubicBezTo>
                        <a:cubicBezTo>
                          <a:pt x="63437" y="30582"/>
                          <a:pt x="33719" y="51918"/>
                          <a:pt x="0" y="46203"/>
                        </a:cubicBezTo>
                      </a:path>
                    </a:pathLst>
                  </a:custGeom>
                  <a:solidFill>
                    <a:srgbClr val="783F04"/>
                  </a:solidFill>
                  <a:ln cap="rnd" cmpd="sng" w="952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816" name="Google Shape;816;p42"/>
                <p:cNvGrpSpPr/>
                <p:nvPr/>
              </p:nvGrpSpPr>
              <p:grpSpPr>
                <a:xfrm>
                  <a:off x="3815640" y="3244690"/>
                  <a:ext cx="633486" cy="236176"/>
                  <a:chOff x="3815640" y="3244690"/>
                  <a:chExt cx="633486" cy="236176"/>
                </a:xfrm>
              </p:grpSpPr>
              <p:sp>
                <p:nvSpPr>
                  <p:cNvPr id="817" name="Google Shape;817;p42"/>
                  <p:cNvSpPr/>
                  <p:nvPr/>
                </p:nvSpPr>
                <p:spPr>
                  <a:xfrm>
                    <a:off x="3875722" y="3244690"/>
                    <a:ext cx="573404" cy="236176"/>
                  </a:xfrm>
                  <a:custGeom>
                    <a:rect b="b" l="l" r="r" t="t"/>
                    <a:pathLst>
                      <a:path extrusionOk="0" h="236176" w="573404">
                        <a:moveTo>
                          <a:pt x="352711" y="81248"/>
                        </a:moveTo>
                        <a:lnTo>
                          <a:pt x="440055" y="0"/>
                        </a:lnTo>
                        <a:lnTo>
                          <a:pt x="573405" y="136017"/>
                        </a:lnTo>
                        <a:lnTo>
                          <a:pt x="468630" y="207550"/>
                        </a:lnTo>
                        <a:cubicBezTo>
                          <a:pt x="416719" y="242983"/>
                          <a:pt x="349091" y="245745"/>
                          <a:pt x="294513" y="214598"/>
                        </a:cubicBezTo>
                        <a:lnTo>
                          <a:pt x="120015" y="123920"/>
                        </a:lnTo>
                        <a:cubicBezTo>
                          <a:pt x="120015" y="123920"/>
                          <a:pt x="35909" y="148685"/>
                          <a:pt x="11049" y="115538"/>
                        </a:cubicBezTo>
                        <a:cubicBezTo>
                          <a:pt x="-13811" y="82391"/>
                          <a:pt x="11049" y="71914"/>
                          <a:pt x="11049" y="71914"/>
                        </a:cubicBezTo>
                        <a:lnTo>
                          <a:pt x="67246" y="43148"/>
                        </a:lnTo>
                        <a:lnTo>
                          <a:pt x="352615" y="81248"/>
                        </a:lnTo>
                        <a:close/>
                      </a:path>
                    </a:pathLst>
                  </a:custGeom>
                  <a:solidFill>
                    <a:srgbClr val="783F04"/>
                  </a:solidFill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18" name="Google Shape;818;p42"/>
                  <p:cNvSpPr/>
                  <p:nvPr/>
                </p:nvSpPr>
                <p:spPr>
                  <a:xfrm>
                    <a:off x="3815640" y="3287764"/>
                    <a:ext cx="176456" cy="77396"/>
                  </a:xfrm>
                  <a:custGeom>
                    <a:rect b="b" l="l" r="r" t="t"/>
                    <a:pathLst>
                      <a:path extrusionOk="0" h="77396" w="176456">
                        <a:moveTo>
                          <a:pt x="741" y="11314"/>
                        </a:moveTo>
                        <a:lnTo>
                          <a:pt x="741" y="11314"/>
                        </a:lnTo>
                        <a:cubicBezTo>
                          <a:pt x="3408" y="2837"/>
                          <a:pt x="12457" y="-1926"/>
                          <a:pt x="21029" y="741"/>
                        </a:cubicBezTo>
                        <a:lnTo>
                          <a:pt x="165143" y="45794"/>
                        </a:lnTo>
                        <a:cubicBezTo>
                          <a:pt x="173620" y="48461"/>
                          <a:pt x="178382" y="57510"/>
                          <a:pt x="175715" y="66082"/>
                        </a:cubicBezTo>
                        <a:lnTo>
                          <a:pt x="175715" y="66082"/>
                        </a:lnTo>
                        <a:cubicBezTo>
                          <a:pt x="173048" y="74560"/>
                          <a:pt x="164000" y="79322"/>
                          <a:pt x="155427" y="76655"/>
                        </a:cubicBezTo>
                        <a:lnTo>
                          <a:pt x="11314" y="31602"/>
                        </a:lnTo>
                        <a:cubicBezTo>
                          <a:pt x="2837" y="28935"/>
                          <a:pt x="-1926" y="19886"/>
                          <a:pt x="741" y="11314"/>
                        </a:cubicBezTo>
                        <a:close/>
                      </a:path>
                    </a:pathLst>
                  </a:custGeom>
                  <a:solidFill>
                    <a:schemeClr val="accent1"/>
                  </a:solidFill>
                  <a:ln cap="rnd" cmpd="sng" w="952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19" name="Google Shape;819;p42"/>
                  <p:cNvSpPr/>
                  <p:nvPr/>
                </p:nvSpPr>
                <p:spPr>
                  <a:xfrm>
                    <a:off x="3868562" y="3297728"/>
                    <a:ext cx="91949" cy="79509"/>
                  </a:xfrm>
                  <a:custGeom>
                    <a:rect b="b" l="l" r="r" t="t"/>
                    <a:pathLst>
                      <a:path extrusionOk="0" h="79509" w="91949">
                        <a:moveTo>
                          <a:pt x="16" y="35545"/>
                        </a:moveTo>
                        <a:cubicBezTo>
                          <a:pt x="-175" y="31449"/>
                          <a:pt x="1349" y="27544"/>
                          <a:pt x="3921" y="24305"/>
                        </a:cubicBezTo>
                        <a:cubicBezTo>
                          <a:pt x="11636" y="14685"/>
                          <a:pt x="29067" y="-4746"/>
                          <a:pt x="38783" y="1064"/>
                        </a:cubicBezTo>
                        <a:cubicBezTo>
                          <a:pt x="51546" y="8684"/>
                          <a:pt x="19161" y="40688"/>
                          <a:pt x="19161" y="40688"/>
                        </a:cubicBezTo>
                        <a:cubicBezTo>
                          <a:pt x="19161" y="40688"/>
                          <a:pt x="47546" y="6875"/>
                          <a:pt x="57356" y="12590"/>
                        </a:cubicBezTo>
                        <a:cubicBezTo>
                          <a:pt x="67167" y="18305"/>
                          <a:pt x="43355" y="54309"/>
                          <a:pt x="43355" y="54309"/>
                        </a:cubicBezTo>
                        <a:cubicBezTo>
                          <a:pt x="43355" y="54309"/>
                          <a:pt x="67453" y="17257"/>
                          <a:pt x="76406" y="21638"/>
                        </a:cubicBezTo>
                        <a:cubicBezTo>
                          <a:pt x="85360" y="26115"/>
                          <a:pt x="65643" y="65930"/>
                          <a:pt x="65643" y="65930"/>
                        </a:cubicBezTo>
                        <a:cubicBezTo>
                          <a:pt x="65643" y="65930"/>
                          <a:pt x="80312" y="32211"/>
                          <a:pt x="89075" y="34973"/>
                        </a:cubicBezTo>
                        <a:cubicBezTo>
                          <a:pt x="94790" y="36783"/>
                          <a:pt x="90789" y="53928"/>
                          <a:pt x="87360" y="65453"/>
                        </a:cubicBezTo>
                        <a:cubicBezTo>
                          <a:pt x="85360" y="72216"/>
                          <a:pt x="79645" y="77074"/>
                          <a:pt x="72787" y="78122"/>
                        </a:cubicBezTo>
                        <a:cubicBezTo>
                          <a:pt x="50498" y="81360"/>
                          <a:pt x="2302" y="82884"/>
                          <a:pt x="206" y="35450"/>
                        </a:cubicBezTo>
                        <a:close/>
                      </a:path>
                    </a:pathLst>
                  </a:custGeom>
                  <a:solidFill>
                    <a:srgbClr val="783F04"/>
                  </a:solidFill>
                  <a:ln cap="rnd" cmpd="sng" w="952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20" name="Google Shape;820;p42"/>
                  <p:cNvSpPr/>
                  <p:nvPr/>
                </p:nvSpPr>
                <p:spPr>
                  <a:xfrm>
                    <a:off x="3857150" y="3287838"/>
                    <a:ext cx="123823" cy="38107"/>
                  </a:xfrm>
                  <a:custGeom>
                    <a:rect b="b" l="l" r="r" t="t"/>
                    <a:pathLst>
                      <a:path extrusionOk="0" h="38107" w="123823">
                        <a:moveTo>
                          <a:pt x="85914" y="0"/>
                        </a:moveTo>
                        <a:cubicBezTo>
                          <a:pt x="85914" y="0"/>
                          <a:pt x="53148" y="4286"/>
                          <a:pt x="39813" y="7334"/>
                        </a:cubicBezTo>
                        <a:cubicBezTo>
                          <a:pt x="26478" y="10382"/>
                          <a:pt x="3523" y="5334"/>
                          <a:pt x="94" y="15716"/>
                        </a:cubicBezTo>
                        <a:cubicBezTo>
                          <a:pt x="-2192" y="22670"/>
                          <a:pt x="38003" y="33242"/>
                          <a:pt x="58577" y="30671"/>
                        </a:cubicBezTo>
                        <a:cubicBezTo>
                          <a:pt x="58577" y="30671"/>
                          <a:pt x="92010" y="45529"/>
                          <a:pt x="123823" y="33242"/>
                        </a:cubicBezTo>
                      </a:path>
                    </a:pathLst>
                  </a:custGeom>
                  <a:solidFill>
                    <a:srgbClr val="783F04"/>
                  </a:solidFill>
                  <a:ln cap="rnd" cmpd="sng" w="952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821" name="Google Shape;821;p42"/>
                <p:cNvGrpSpPr/>
                <p:nvPr/>
              </p:nvGrpSpPr>
              <p:grpSpPr>
                <a:xfrm>
                  <a:off x="4315777" y="3601020"/>
                  <a:ext cx="990600" cy="745820"/>
                  <a:chOff x="4315777" y="3601020"/>
                  <a:chExt cx="990600" cy="745820"/>
                </a:xfrm>
              </p:grpSpPr>
              <p:grpSp>
                <p:nvGrpSpPr>
                  <p:cNvPr id="822" name="Google Shape;822;p42"/>
                  <p:cNvGrpSpPr/>
                  <p:nvPr/>
                </p:nvGrpSpPr>
                <p:grpSpPr>
                  <a:xfrm>
                    <a:off x="4347261" y="3930530"/>
                    <a:ext cx="777379" cy="416310"/>
                    <a:chOff x="4347261" y="3930530"/>
                    <a:chExt cx="777379" cy="416310"/>
                  </a:xfrm>
                </p:grpSpPr>
                <p:grpSp>
                  <p:nvGrpSpPr>
                    <p:cNvPr id="823" name="Google Shape;823;p42"/>
                    <p:cNvGrpSpPr/>
                    <p:nvPr/>
                  </p:nvGrpSpPr>
                  <p:grpSpPr>
                    <a:xfrm>
                      <a:off x="4347261" y="3977639"/>
                      <a:ext cx="516203" cy="369201"/>
                      <a:chOff x="4347261" y="3977639"/>
                      <a:chExt cx="516203" cy="369201"/>
                    </a:xfrm>
                  </p:grpSpPr>
                  <p:sp>
                    <p:nvSpPr>
                      <p:cNvPr id="824" name="Google Shape;824;p42"/>
                      <p:cNvSpPr/>
                      <p:nvPr/>
                    </p:nvSpPr>
                    <p:spPr>
                      <a:xfrm>
                        <a:off x="4347261" y="3977639"/>
                        <a:ext cx="486295" cy="369201"/>
                      </a:xfrm>
                      <a:custGeom>
                        <a:rect b="b" l="l" r="r" t="t"/>
                        <a:pathLst>
                          <a:path extrusionOk="0" h="369201" w="486295">
                            <a:moveTo>
                              <a:pt x="365614" y="54197"/>
                            </a:moveTo>
                            <a:lnTo>
                              <a:pt x="238264" y="143542"/>
                            </a:lnTo>
                            <a:lnTo>
                              <a:pt x="261410" y="42291"/>
                            </a:lnTo>
                            <a:lnTo>
                              <a:pt x="13951" y="22670"/>
                            </a:lnTo>
                            <a:lnTo>
                              <a:pt x="425" y="208502"/>
                            </a:lnTo>
                            <a:cubicBezTo>
                              <a:pt x="-8909" y="336804"/>
                              <a:pt x="137490" y="416242"/>
                              <a:pt x="239979" y="338423"/>
                            </a:cubicBezTo>
                            <a:lnTo>
                              <a:pt x="416858" y="216027"/>
                            </a:lnTo>
                            <a:lnTo>
                              <a:pt x="486296" y="222313"/>
                            </a:lnTo>
                            <a:lnTo>
                              <a:pt x="456292" y="0"/>
                            </a:lnTo>
                            <a:lnTo>
                              <a:pt x="365709" y="54292"/>
                            </a:lnTo>
                            <a:close/>
                          </a:path>
                        </a:pathLst>
                      </a:custGeom>
                      <a:solidFill>
                        <a:srgbClr val="783F04"/>
                      </a:solidFill>
                      <a:ln cap="flat" cmpd="sng" w="9525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825" name="Google Shape;825;p42"/>
                      <p:cNvSpPr/>
                      <p:nvPr/>
                    </p:nvSpPr>
                    <p:spPr>
                      <a:xfrm>
                        <a:off x="4661344" y="3998499"/>
                        <a:ext cx="202120" cy="262318"/>
                      </a:xfrm>
                      <a:custGeom>
                        <a:rect b="b" l="l" r="r" t="t"/>
                        <a:pathLst>
                          <a:path extrusionOk="0" h="262318" w="202120">
                            <a:moveTo>
                              <a:pt x="0" y="32671"/>
                            </a:moveTo>
                            <a:lnTo>
                              <a:pt x="65342" y="262318"/>
                            </a:lnTo>
                            <a:lnTo>
                              <a:pt x="202121" y="169164"/>
                            </a:lnTo>
                            <a:lnTo>
                              <a:pt x="121539" y="0"/>
                            </a:lnTo>
                            <a:lnTo>
                              <a:pt x="0" y="32671"/>
                            </a:lnTo>
                            <a:close/>
                          </a:path>
                        </a:pathLst>
                      </a:custGeom>
                      <a:solidFill>
                        <a:srgbClr val="FFFAE6"/>
                      </a:solidFill>
                      <a:ln cap="rnd" cmpd="sng" w="9525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grpSp>
                  <p:nvGrpSpPr>
                    <p:cNvPr id="826" name="Google Shape;826;p42"/>
                    <p:cNvGrpSpPr/>
                    <p:nvPr/>
                  </p:nvGrpSpPr>
                  <p:grpSpPr>
                    <a:xfrm>
                      <a:off x="4700869" y="3930530"/>
                      <a:ext cx="423771" cy="409652"/>
                      <a:chOff x="4700869" y="3930530"/>
                      <a:chExt cx="423771" cy="409652"/>
                    </a:xfrm>
                  </p:grpSpPr>
                  <p:sp>
                    <p:nvSpPr>
                      <p:cNvPr id="827" name="Google Shape;827;p42"/>
                      <p:cNvSpPr/>
                      <p:nvPr/>
                    </p:nvSpPr>
                    <p:spPr>
                      <a:xfrm>
                        <a:off x="4700869" y="3939318"/>
                        <a:ext cx="411391" cy="400864"/>
                      </a:xfrm>
                      <a:custGeom>
                        <a:rect b="b" l="l" r="r" t="t"/>
                        <a:pathLst>
                          <a:path extrusionOk="0" h="400864" w="411391">
                            <a:moveTo>
                              <a:pt x="1909" y="77374"/>
                            </a:moveTo>
                            <a:cubicBezTo>
                              <a:pt x="-2377" y="83089"/>
                              <a:pt x="956" y="91376"/>
                              <a:pt x="7910" y="92614"/>
                            </a:cubicBezTo>
                            <a:cubicBezTo>
                              <a:pt x="28579" y="96138"/>
                              <a:pt x="64583" y="105377"/>
                              <a:pt x="81728" y="127666"/>
                            </a:cubicBezTo>
                            <a:cubicBezTo>
                              <a:pt x="101159" y="153003"/>
                              <a:pt x="96587" y="199294"/>
                              <a:pt x="90206" y="201580"/>
                            </a:cubicBezTo>
                            <a:cubicBezTo>
                              <a:pt x="71251" y="208438"/>
                              <a:pt x="53344" y="236727"/>
                              <a:pt x="63059" y="254253"/>
                            </a:cubicBezTo>
                            <a:cubicBezTo>
                              <a:pt x="75918" y="277399"/>
                              <a:pt x="255845" y="313118"/>
                              <a:pt x="328426" y="374554"/>
                            </a:cubicBezTo>
                            <a:lnTo>
                              <a:pt x="357477" y="393794"/>
                            </a:lnTo>
                            <a:cubicBezTo>
                              <a:pt x="372717" y="403891"/>
                              <a:pt x="392624" y="403129"/>
                              <a:pt x="407007" y="391794"/>
                            </a:cubicBezTo>
                            <a:cubicBezTo>
                              <a:pt x="412055" y="387794"/>
                              <a:pt x="412817" y="380364"/>
                              <a:pt x="408912" y="375316"/>
                            </a:cubicBezTo>
                            <a:lnTo>
                              <a:pt x="131354" y="13937"/>
                            </a:lnTo>
                            <a:cubicBezTo>
                              <a:pt x="121638" y="1269"/>
                              <a:pt x="104684" y="-3493"/>
                              <a:pt x="90015" y="2698"/>
                            </a:cubicBezTo>
                            <a:cubicBezTo>
                              <a:pt x="67917" y="11937"/>
                              <a:pt x="35056" y="32416"/>
                              <a:pt x="1814" y="77374"/>
                            </a:cubicBez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 cap="rnd" cmpd="sng" w="9525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828" name="Google Shape;828;p42"/>
                      <p:cNvSpPr/>
                      <p:nvPr/>
                    </p:nvSpPr>
                    <p:spPr>
                      <a:xfrm>
                        <a:off x="4778692" y="3930530"/>
                        <a:ext cx="345948" cy="400581"/>
                      </a:xfrm>
                      <a:custGeom>
                        <a:rect b="b" l="l" r="r" t="t"/>
                        <a:pathLst>
                          <a:path extrusionOk="0" h="400581" w="345948">
                            <a:moveTo>
                              <a:pt x="329279" y="400582"/>
                            </a:moveTo>
                            <a:cubicBezTo>
                              <a:pt x="329279" y="400582"/>
                              <a:pt x="341376" y="397534"/>
                              <a:pt x="345948" y="387723"/>
                            </a:cubicBezTo>
                            <a:lnTo>
                              <a:pt x="55054" y="8914"/>
                            </a:lnTo>
                            <a:cubicBezTo>
                              <a:pt x="50102" y="2532"/>
                              <a:pt x="42100" y="-992"/>
                              <a:pt x="34100" y="246"/>
                            </a:cubicBezTo>
                            <a:cubicBezTo>
                              <a:pt x="24098" y="1770"/>
                              <a:pt x="10478" y="6056"/>
                              <a:pt x="0" y="17296"/>
                            </a:cubicBezTo>
                            <a:cubicBezTo>
                              <a:pt x="0" y="17296"/>
                              <a:pt x="82010" y="69778"/>
                              <a:pt x="329184" y="400582"/>
                            </a:cubicBezTo>
                            <a:close/>
                          </a:path>
                        </a:pathLst>
                      </a:custGeom>
                      <a:solidFill>
                        <a:schemeClr val="lt1"/>
                      </a:solidFill>
                      <a:ln cap="rnd" cmpd="sng" w="9525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sp>
                  <p:nvSpPr>
                    <p:cNvPr id="829" name="Google Shape;829;p42"/>
                    <p:cNvSpPr/>
                    <p:nvPr/>
                  </p:nvSpPr>
                  <p:spPr>
                    <a:xfrm>
                      <a:off x="4564189" y="4121086"/>
                      <a:ext cx="21335" cy="78200"/>
                    </a:xfrm>
                    <a:custGeom>
                      <a:rect b="b" l="l" r="r" t="t"/>
                      <a:pathLst>
                        <a:path extrusionOk="0" h="78200" w="21335">
                          <a:moveTo>
                            <a:pt x="21336" y="0"/>
                          </a:moveTo>
                          <a:lnTo>
                            <a:pt x="0" y="78200"/>
                          </a:lnTo>
                        </a:path>
                      </a:pathLst>
                    </a:custGeom>
                    <a:noFill/>
                    <a:ln cap="rnd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830" name="Google Shape;830;p42"/>
                  <p:cNvGrpSpPr/>
                  <p:nvPr/>
                </p:nvGrpSpPr>
                <p:grpSpPr>
                  <a:xfrm>
                    <a:off x="4528998" y="3915766"/>
                    <a:ext cx="777379" cy="416310"/>
                    <a:chOff x="4528998" y="3915766"/>
                    <a:chExt cx="777379" cy="416310"/>
                  </a:xfrm>
                </p:grpSpPr>
                <p:grpSp>
                  <p:nvGrpSpPr>
                    <p:cNvPr id="831" name="Google Shape;831;p42"/>
                    <p:cNvGrpSpPr/>
                    <p:nvPr/>
                  </p:nvGrpSpPr>
                  <p:grpSpPr>
                    <a:xfrm>
                      <a:off x="4528998" y="3962875"/>
                      <a:ext cx="526211" cy="369201"/>
                      <a:chOff x="4528998" y="3962875"/>
                      <a:chExt cx="526211" cy="369201"/>
                    </a:xfrm>
                  </p:grpSpPr>
                  <p:sp>
                    <p:nvSpPr>
                      <p:cNvPr id="832" name="Google Shape;832;p42"/>
                      <p:cNvSpPr/>
                      <p:nvPr/>
                    </p:nvSpPr>
                    <p:spPr>
                      <a:xfrm>
                        <a:off x="4528998" y="3962875"/>
                        <a:ext cx="486295" cy="369201"/>
                      </a:xfrm>
                      <a:custGeom>
                        <a:rect b="b" l="l" r="r" t="t"/>
                        <a:pathLst>
                          <a:path extrusionOk="0" h="369201" w="486295">
                            <a:moveTo>
                              <a:pt x="365614" y="54197"/>
                            </a:moveTo>
                            <a:lnTo>
                              <a:pt x="238264" y="143542"/>
                            </a:lnTo>
                            <a:lnTo>
                              <a:pt x="261410" y="42291"/>
                            </a:lnTo>
                            <a:lnTo>
                              <a:pt x="13951" y="22670"/>
                            </a:lnTo>
                            <a:lnTo>
                              <a:pt x="425" y="208502"/>
                            </a:lnTo>
                            <a:cubicBezTo>
                              <a:pt x="-8909" y="336804"/>
                              <a:pt x="137490" y="416243"/>
                              <a:pt x="239979" y="338423"/>
                            </a:cubicBezTo>
                            <a:lnTo>
                              <a:pt x="416858" y="216027"/>
                            </a:lnTo>
                            <a:lnTo>
                              <a:pt x="486295" y="222314"/>
                            </a:lnTo>
                            <a:lnTo>
                              <a:pt x="456292" y="0"/>
                            </a:lnTo>
                            <a:lnTo>
                              <a:pt x="365709" y="54293"/>
                            </a:lnTo>
                            <a:close/>
                          </a:path>
                        </a:pathLst>
                      </a:custGeom>
                      <a:solidFill>
                        <a:srgbClr val="783F04"/>
                      </a:solidFill>
                      <a:ln cap="flat" cmpd="sng" w="9525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833" name="Google Shape;833;p42"/>
                      <p:cNvSpPr/>
                      <p:nvPr/>
                    </p:nvSpPr>
                    <p:spPr>
                      <a:xfrm rot="-405102">
                        <a:off x="4842333" y="4009517"/>
                        <a:ext cx="202100" cy="194165"/>
                      </a:xfrm>
                      <a:custGeom>
                        <a:rect b="b" l="l" r="r" t="t"/>
                        <a:pathLst>
                          <a:path extrusionOk="0" h="262318" w="202215">
                            <a:moveTo>
                              <a:pt x="0" y="32671"/>
                            </a:moveTo>
                            <a:lnTo>
                              <a:pt x="65342" y="262319"/>
                            </a:lnTo>
                            <a:lnTo>
                              <a:pt x="202216" y="169164"/>
                            </a:lnTo>
                            <a:lnTo>
                              <a:pt x="121634" y="0"/>
                            </a:lnTo>
                            <a:lnTo>
                              <a:pt x="0" y="32671"/>
                            </a:lnTo>
                            <a:close/>
                          </a:path>
                        </a:pathLst>
                      </a:custGeom>
                      <a:solidFill>
                        <a:schemeClr val="lt1"/>
                      </a:solidFill>
                      <a:ln cap="rnd" cmpd="sng" w="9525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grpSp>
                  <p:nvGrpSpPr>
                    <p:cNvPr id="834" name="Google Shape;834;p42"/>
                    <p:cNvGrpSpPr/>
                    <p:nvPr/>
                  </p:nvGrpSpPr>
                  <p:grpSpPr>
                    <a:xfrm>
                      <a:off x="4882606" y="3915766"/>
                      <a:ext cx="423771" cy="409652"/>
                      <a:chOff x="4882606" y="3915766"/>
                      <a:chExt cx="423771" cy="409652"/>
                    </a:xfrm>
                  </p:grpSpPr>
                  <p:sp>
                    <p:nvSpPr>
                      <p:cNvPr id="835" name="Google Shape;835;p42"/>
                      <p:cNvSpPr/>
                      <p:nvPr/>
                    </p:nvSpPr>
                    <p:spPr>
                      <a:xfrm>
                        <a:off x="4882606" y="3924554"/>
                        <a:ext cx="411391" cy="400864"/>
                      </a:xfrm>
                      <a:custGeom>
                        <a:rect b="b" l="l" r="r" t="t"/>
                        <a:pathLst>
                          <a:path extrusionOk="0" h="400864" w="411391">
                            <a:moveTo>
                              <a:pt x="1909" y="77469"/>
                            </a:moveTo>
                            <a:cubicBezTo>
                              <a:pt x="-2377" y="83184"/>
                              <a:pt x="956" y="91471"/>
                              <a:pt x="7910" y="92709"/>
                            </a:cubicBezTo>
                            <a:cubicBezTo>
                              <a:pt x="28579" y="96233"/>
                              <a:pt x="64583" y="105473"/>
                              <a:pt x="81728" y="127666"/>
                            </a:cubicBezTo>
                            <a:cubicBezTo>
                              <a:pt x="101159" y="153002"/>
                              <a:pt x="96587" y="199294"/>
                              <a:pt x="90206" y="201580"/>
                            </a:cubicBezTo>
                            <a:cubicBezTo>
                              <a:pt x="71251" y="208438"/>
                              <a:pt x="53344" y="236727"/>
                              <a:pt x="63059" y="254253"/>
                            </a:cubicBezTo>
                            <a:cubicBezTo>
                              <a:pt x="75918" y="277399"/>
                              <a:pt x="255845" y="313117"/>
                              <a:pt x="328426" y="374554"/>
                            </a:cubicBezTo>
                            <a:lnTo>
                              <a:pt x="357477" y="393794"/>
                            </a:lnTo>
                            <a:cubicBezTo>
                              <a:pt x="372717" y="403891"/>
                              <a:pt x="392624" y="403129"/>
                              <a:pt x="407007" y="391794"/>
                            </a:cubicBezTo>
                            <a:cubicBezTo>
                              <a:pt x="412055" y="387793"/>
                              <a:pt x="412817" y="380364"/>
                              <a:pt x="408912" y="375316"/>
                            </a:cubicBezTo>
                            <a:lnTo>
                              <a:pt x="131354" y="13937"/>
                            </a:lnTo>
                            <a:cubicBezTo>
                              <a:pt x="121638" y="1269"/>
                              <a:pt x="104684" y="-3493"/>
                              <a:pt x="90015" y="2698"/>
                            </a:cubicBezTo>
                            <a:cubicBezTo>
                              <a:pt x="67917" y="11937"/>
                              <a:pt x="35056" y="32416"/>
                              <a:pt x="1814" y="77374"/>
                            </a:cubicBezTo>
                            <a:close/>
                          </a:path>
                        </a:pathLst>
                      </a:custGeom>
                      <a:solidFill>
                        <a:schemeClr val="accent5"/>
                      </a:solidFill>
                      <a:ln cap="rnd" cmpd="sng" w="9525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836" name="Google Shape;836;p42"/>
                      <p:cNvSpPr/>
                      <p:nvPr/>
                    </p:nvSpPr>
                    <p:spPr>
                      <a:xfrm>
                        <a:off x="4960429" y="3915766"/>
                        <a:ext cx="345948" cy="400581"/>
                      </a:xfrm>
                      <a:custGeom>
                        <a:rect b="b" l="l" r="r" t="t"/>
                        <a:pathLst>
                          <a:path extrusionOk="0" h="400581" w="345948">
                            <a:moveTo>
                              <a:pt x="329279" y="400582"/>
                            </a:moveTo>
                            <a:cubicBezTo>
                              <a:pt x="329279" y="400582"/>
                              <a:pt x="341376" y="397534"/>
                              <a:pt x="345948" y="387723"/>
                            </a:cubicBezTo>
                            <a:lnTo>
                              <a:pt x="55054" y="8914"/>
                            </a:lnTo>
                            <a:cubicBezTo>
                              <a:pt x="50101" y="2532"/>
                              <a:pt x="42100" y="-992"/>
                              <a:pt x="34100" y="246"/>
                            </a:cubicBezTo>
                            <a:cubicBezTo>
                              <a:pt x="24098" y="1770"/>
                              <a:pt x="10478" y="6056"/>
                              <a:pt x="0" y="17296"/>
                            </a:cubicBezTo>
                            <a:cubicBezTo>
                              <a:pt x="0" y="17296"/>
                              <a:pt x="82010" y="69778"/>
                              <a:pt x="329184" y="400582"/>
                            </a:cubicBezTo>
                            <a:close/>
                          </a:path>
                        </a:pathLst>
                      </a:custGeom>
                      <a:solidFill>
                        <a:schemeClr val="lt1"/>
                      </a:solidFill>
                      <a:ln cap="rnd" cmpd="sng" w="9525">
                        <a:solidFill>
                          <a:schemeClr val="dk1"/>
                        </a:solidFill>
                        <a:prstDash val="solid"/>
                        <a:round/>
                        <a:headEnd len="sm" w="sm" type="none"/>
                        <a:tailEnd len="sm" w="sm" type="none"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sp>
                  <p:nvSpPr>
                    <p:cNvPr id="837" name="Google Shape;837;p42"/>
                    <p:cNvSpPr/>
                    <p:nvPr/>
                  </p:nvSpPr>
                  <p:spPr>
                    <a:xfrm>
                      <a:off x="4745926" y="4106417"/>
                      <a:ext cx="21240" cy="78104"/>
                    </a:xfrm>
                    <a:custGeom>
                      <a:rect b="b" l="l" r="r" t="t"/>
                      <a:pathLst>
                        <a:path extrusionOk="0" h="78104" w="21240">
                          <a:moveTo>
                            <a:pt x="21241" y="0"/>
                          </a:moveTo>
                          <a:lnTo>
                            <a:pt x="0" y="78105"/>
                          </a:lnTo>
                        </a:path>
                      </a:pathLst>
                    </a:custGeom>
                    <a:noFill/>
                    <a:ln cap="rnd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838" name="Google Shape;838;p42"/>
                  <p:cNvGrpSpPr/>
                  <p:nvPr/>
                </p:nvGrpSpPr>
                <p:grpSpPr>
                  <a:xfrm>
                    <a:off x="4315777" y="3623690"/>
                    <a:ext cx="343471" cy="400117"/>
                    <a:chOff x="4315777" y="3623690"/>
                    <a:chExt cx="343471" cy="400117"/>
                  </a:xfrm>
                </p:grpSpPr>
                <p:sp>
                  <p:nvSpPr>
                    <p:cNvPr id="839" name="Google Shape;839;p42"/>
                    <p:cNvSpPr/>
                    <p:nvPr/>
                  </p:nvSpPr>
                  <p:spPr>
                    <a:xfrm>
                      <a:off x="4315777" y="3623690"/>
                      <a:ext cx="343471" cy="398301"/>
                    </a:xfrm>
                    <a:custGeom>
                      <a:rect b="b" l="l" r="r" t="t"/>
                      <a:pathLst>
                        <a:path extrusionOk="0" h="398301" w="343471">
                          <a:moveTo>
                            <a:pt x="100394" y="0"/>
                          </a:moveTo>
                          <a:cubicBezTo>
                            <a:pt x="100394" y="0"/>
                            <a:pt x="18860" y="189071"/>
                            <a:pt x="0" y="368427"/>
                          </a:cubicBezTo>
                          <a:cubicBezTo>
                            <a:pt x="0" y="368427"/>
                            <a:pt x="79058" y="409575"/>
                            <a:pt x="211741" y="395288"/>
                          </a:cubicBezTo>
                          <a:lnTo>
                            <a:pt x="343472" y="21907"/>
                          </a:lnTo>
                          <a:lnTo>
                            <a:pt x="100489" y="95"/>
                          </a:lnTo>
                          <a:close/>
                        </a:path>
                      </a:pathLst>
                    </a:custGeom>
                    <a:solidFill>
                      <a:schemeClr val="accent1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840" name="Google Shape;840;p42"/>
                    <p:cNvSpPr/>
                    <p:nvPr/>
                  </p:nvSpPr>
                  <p:spPr>
                    <a:xfrm>
                      <a:off x="4483646" y="3782303"/>
                      <a:ext cx="123920" cy="241504"/>
                    </a:xfrm>
                    <a:custGeom>
                      <a:rect b="b" l="l" r="r" t="t"/>
                      <a:pathLst>
                        <a:path extrusionOk="0" h="331964" w="156861">
                          <a:moveTo>
                            <a:pt x="90949" y="0"/>
                          </a:moveTo>
                          <a:cubicBezTo>
                            <a:pt x="90949" y="0"/>
                            <a:pt x="4271" y="151924"/>
                            <a:pt x="80" y="271748"/>
                          </a:cubicBezTo>
                          <a:cubicBezTo>
                            <a:pt x="-4111" y="391573"/>
                            <a:pt x="156862" y="295561"/>
                            <a:pt x="156862" y="295561"/>
                          </a:cubicBezTo>
                          <a:lnTo>
                            <a:pt x="90854" y="95"/>
                          </a:lnTo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841" name="Google Shape;841;p42"/>
                  <p:cNvGrpSpPr/>
                  <p:nvPr/>
                </p:nvGrpSpPr>
                <p:grpSpPr>
                  <a:xfrm>
                    <a:off x="4527422" y="3601020"/>
                    <a:ext cx="329797" cy="438428"/>
                    <a:chOff x="4527422" y="3601020"/>
                    <a:chExt cx="329797" cy="438428"/>
                  </a:xfrm>
                </p:grpSpPr>
                <p:sp>
                  <p:nvSpPr>
                    <p:cNvPr id="842" name="Google Shape;842;p42"/>
                    <p:cNvSpPr/>
                    <p:nvPr/>
                  </p:nvSpPr>
                  <p:spPr>
                    <a:xfrm>
                      <a:off x="4527422" y="3601020"/>
                      <a:ext cx="329797" cy="438428"/>
                    </a:xfrm>
                    <a:custGeom>
                      <a:rect b="b" l="l" r="r" t="t"/>
                      <a:pathLst>
                        <a:path extrusionOk="0" h="438428" w="329797">
                          <a:moveTo>
                            <a:pt x="28385" y="186785"/>
                          </a:moveTo>
                          <a:lnTo>
                            <a:pt x="0" y="417957"/>
                          </a:lnTo>
                          <a:cubicBezTo>
                            <a:pt x="139636" y="468249"/>
                            <a:pt x="270510" y="410051"/>
                            <a:pt x="270510" y="410051"/>
                          </a:cubicBezTo>
                          <a:cubicBezTo>
                            <a:pt x="270510" y="410051"/>
                            <a:pt x="276987" y="276130"/>
                            <a:pt x="314039" y="190405"/>
                          </a:cubicBezTo>
                          <a:cubicBezTo>
                            <a:pt x="351091" y="104680"/>
                            <a:pt x="311182" y="0"/>
                            <a:pt x="311182" y="0"/>
                          </a:cubicBezTo>
                          <a:lnTo>
                            <a:pt x="14192" y="12478"/>
                          </a:lnTo>
                        </a:path>
                      </a:pathLst>
                    </a:custGeom>
                    <a:solidFill>
                      <a:srgbClr val="FF7300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843" name="Google Shape;843;p42"/>
                    <p:cNvSpPr/>
                    <p:nvPr/>
                  </p:nvSpPr>
                  <p:spPr>
                    <a:xfrm>
                      <a:off x="4527422" y="3601020"/>
                      <a:ext cx="329797" cy="438428"/>
                    </a:xfrm>
                    <a:custGeom>
                      <a:rect b="b" l="l" r="r" t="t"/>
                      <a:pathLst>
                        <a:path extrusionOk="0" h="438428" w="329797">
                          <a:moveTo>
                            <a:pt x="28385" y="186785"/>
                          </a:moveTo>
                          <a:lnTo>
                            <a:pt x="0" y="417957"/>
                          </a:lnTo>
                          <a:cubicBezTo>
                            <a:pt x="139636" y="468249"/>
                            <a:pt x="270510" y="410051"/>
                            <a:pt x="270510" y="410051"/>
                          </a:cubicBezTo>
                          <a:cubicBezTo>
                            <a:pt x="270510" y="410051"/>
                            <a:pt x="276987" y="276130"/>
                            <a:pt x="314039" y="190405"/>
                          </a:cubicBezTo>
                          <a:cubicBezTo>
                            <a:pt x="351091" y="104680"/>
                            <a:pt x="311182" y="0"/>
                            <a:pt x="311182" y="0"/>
                          </a:cubicBezTo>
                          <a:lnTo>
                            <a:pt x="14192" y="12478"/>
                          </a:lnTo>
                        </a:path>
                      </a:pathLst>
                    </a:custGeom>
                    <a:solidFill>
                      <a:schemeClr val="accent1"/>
                    </a:solidFill>
                    <a:ln cap="rnd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grpSp>
              <p:nvGrpSpPr>
                <p:cNvPr id="844" name="Google Shape;844;p42"/>
                <p:cNvGrpSpPr/>
                <p:nvPr/>
              </p:nvGrpSpPr>
              <p:grpSpPr>
                <a:xfrm>
                  <a:off x="4412338" y="2734387"/>
                  <a:ext cx="471526" cy="439978"/>
                  <a:chOff x="4412338" y="2734387"/>
                  <a:chExt cx="471526" cy="439978"/>
                </a:xfrm>
              </p:grpSpPr>
              <p:sp>
                <p:nvSpPr>
                  <p:cNvPr id="845" name="Google Shape;845;p42"/>
                  <p:cNvSpPr/>
                  <p:nvPr/>
                </p:nvSpPr>
                <p:spPr>
                  <a:xfrm>
                    <a:off x="4412338" y="2885598"/>
                    <a:ext cx="179092" cy="176437"/>
                  </a:xfrm>
                  <a:custGeom>
                    <a:rect b="b" l="l" r="r" t="t"/>
                    <a:pathLst>
                      <a:path extrusionOk="0" h="176437" w="179092">
                        <a:moveTo>
                          <a:pt x="144135" y="0"/>
                        </a:moveTo>
                        <a:cubicBezTo>
                          <a:pt x="144135" y="0"/>
                          <a:pt x="137468" y="22098"/>
                          <a:pt x="98415" y="18669"/>
                        </a:cubicBezTo>
                        <a:cubicBezTo>
                          <a:pt x="59363" y="15240"/>
                          <a:pt x="22977" y="4858"/>
                          <a:pt x="4785" y="41624"/>
                        </a:cubicBezTo>
                        <a:cubicBezTo>
                          <a:pt x="-13408" y="78486"/>
                          <a:pt x="23835" y="101822"/>
                          <a:pt x="56791" y="118300"/>
                        </a:cubicBezTo>
                        <a:cubicBezTo>
                          <a:pt x="56791" y="118300"/>
                          <a:pt x="29073" y="117443"/>
                          <a:pt x="27264" y="140875"/>
                        </a:cubicBezTo>
                        <a:cubicBezTo>
                          <a:pt x="25549" y="164306"/>
                          <a:pt x="98987" y="198977"/>
                          <a:pt x="179092" y="156115"/>
                        </a:cubicBezTo>
                        <a:lnTo>
                          <a:pt x="144135" y="0"/>
                        </a:lnTo>
                        <a:close/>
                      </a:path>
                    </a:pathLst>
                  </a:custGeom>
                  <a:solidFill>
                    <a:schemeClr val="dk1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846" name="Google Shape;846;p42"/>
                  <p:cNvGrpSpPr/>
                  <p:nvPr/>
                </p:nvGrpSpPr>
                <p:grpSpPr>
                  <a:xfrm>
                    <a:off x="4513120" y="2734387"/>
                    <a:ext cx="370744" cy="439978"/>
                    <a:chOff x="4513120" y="2734387"/>
                    <a:chExt cx="370744" cy="439978"/>
                  </a:xfrm>
                </p:grpSpPr>
                <p:sp>
                  <p:nvSpPr>
                    <p:cNvPr id="847" name="Google Shape;847;p42"/>
                    <p:cNvSpPr/>
                    <p:nvPr/>
                  </p:nvSpPr>
                  <p:spPr>
                    <a:xfrm rot="-4114280">
                      <a:off x="4560129" y="2771265"/>
                      <a:ext cx="276726" cy="289668"/>
                    </a:xfrm>
                    <a:custGeom>
                      <a:rect b="b" l="l" r="r" t="t"/>
                      <a:pathLst>
                        <a:path extrusionOk="0" h="289940" w="276986">
                          <a:moveTo>
                            <a:pt x="276987" y="144970"/>
                          </a:moveTo>
                          <a:cubicBezTo>
                            <a:pt x="276987" y="225035"/>
                            <a:pt x="214981" y="289941"/>
                            <a:pt x="138494" y="289941"/>
                          </a:cubicBezTo>
                          <a:cubicBezTo>
                            <a:pt x="62006" y="289941"/>
                            <a:pt x="0" y="225035"/>
                            <a:pt x="0" y="144970"/>
                          </a:cubicBezTo>
                          <a:cubicBezTo>
                            <a:pt x="0" y="64905"/>
                            <a:pt x="62006" y="0"/>
                            <a:pt x="138494" y="0"/>
                          </a:cubicBezTo>
                          <a:cubicBezTo>
                            <a:pt x="214981" y="0"/>
                            <a:pt x="276987" y="64905"/>
                            <a:pt x="276987" y="144970"/>
                          </a:cubicBez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848" name="Google Shape;848;p42"/>
                    <p:cNvSpPr/>
                    <p:nvPr/>
                  </p:nvSpPr>
                  <p:spPr>
                    <a:xfrm>
                      <a:off x="4544408" y="2802883"/>
                      <a:ext cx="235146" cy="371482"/>
                    </a:xfrm>
                    <a:custGeom>
                      <a:rect b="b" l="l" r="r" t="t"/>
                      <a:pathLst>
                        <a:path extrusionOk="0" h="371482" w="235146">
                          <a:moveTo>
                            <a:pt x="2065" y="132055"/>
                          </a:moveTo>
                          <a:lnTo>
                            <a:pt x="11971" y="82810"/>
                          </a:lnTo>
                          <a:cubicBezTo>
                            <a:pt x="17590" y="54997"/>
                            <a:pt x="34069" y="32042"/>
                            <a:pt x="56071" y="17374"/>
                          </a:cubicBezTo>
                          <a:cubicBezTo>
                            <a:pt x="78169" y="2705"/>
                            <a:pt x="105697" y="-3581"/>
                            <a:pt x="133509" y="2038"/>
                          </a:cubicBezTo>
                          <a:cubicBezTo>
                            <a:pt x="189136" y="13278"/>
                            <a:pt x="225521" y="67951"/>
                            <a:pt x="214377" y="123577"/>
                          </a:cubicBezTo>
                          <a:lnTo>
                            <a:pt x="211138" y="139579"/>
                          </a:lnTo>
                          <a:cubicBezTo>
                            <a:pt x="211138" y="139579"/>
                            <a:pt x="211234" y="140818"/>
                            <a:pt x="210948" y="142532"/>
                          </a:cubicBezTo>
                          <a:cubicBezTo>
                            <a:pt x="224950" y="144913"/>
                            <a:pt x="235427" y="157201"/>
                            <a:pt x="235141" y="171774"/>
                          </a:cubicBezTo>
                          <a:cubicBezTo>
                            <a:pt x="234855" y="187871"/>
                            <a:pt x="221521" y="200730"/>
                            <a:pt x="205328" y="200349"/>
                          </a:cubicBezTo>
                          <a:cubicBezTo>
                            <a:pt x="201613" y="200349"/>
                            <a:pt x="198184" y="199492"/>
                            <a:pt x="194946" y="198158"/>
                          </a:cubicBezTo>
                          <a:cubicBezTo>
                            <a:pt x="178372" y="251593"/>
                            <a:pt x="155131" y="322269"/>
                            <a:pt x="155131" y="322269"/>
                          </a:cubicBezTo>
                          <a:cubicBezTo>
                            <a:pt x="148464" y="355321"/>
                            <a:pt x="115984" y="376942"/>
                            <a:pt x="82932" y="370275"/>
                          </a:cubicBezTo>
                          <a:cubicBezTo>
                            <a:pt x="49880" y="363607"/>
                            <a:pt x="28258" y="331127"/>
                            <a:pt x="34926" y="298075"/>
                          </a:cubicBezTo>
                          <a:lnTo>
                            <a:pt x="46832" y="238925"/>
                          </a:lnTo>
                          <a:cubicBezTo>
                            <a:pt x="42641" y="236163"/>
                            <a:pt x="38641" y="233115"/>
                            <a:pt x="34926" y="229781"/>
                          </a:cubicBezTo>
                          <a:cubicBezTo>
                            <a:pt x="28830" y="224352"/>
                            <a:pt x="23401" y="218256"/>
                            <a:pt x="18733" y="211588"/>
                          </a:cubicBezTo>
                          <a:cubicBezTo>
                            <a:pt x="7684" y="195872"/>
                            <a:pt x="1017" y="177108"/>
                            <a:pt x="64" y="157391"/>
                          </a:cubicBezTo>
                          <a:cubicBezTo>
                            <a:pt x="64" y="156915"/>
                            <a:pt x="64" y="156439"/>
                            <a:pt x="64" y="155962"/>
                          </a:cubicBezTo>
                          <a:cubicBezTo>
                            <a:pt x="-221" y="148152"/>
                            <a:pt x="445" y="140151"/>
                            <a:pt x="2065" y="132055"/>
                          </a:cubicBezTo>
                          <a:close/>
                        </a:path>
                      </a:pathLst>
                    </a:custGeom>
                    <a:solidFill>
                      <a:srgbClr val="783F04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849" name="Google Shape;849;p42"/>
                    <p:cNvSpPr/>
                    <p:nvPr/>
                  </p:nvSpPr>
                  <p:spPr>
                    <a:xfrm>
                      <a:off x="4641619" y="2938073"/>
                      <a:ext cx="60880" cy="60880"/>
                    </a:xfrm>
                    <a:custGeom>
                      <a:rect b="b" l="l" r="r" t="t"/>
                      <a:pathLst>
                        <a:path extrusionOk="0" h="60880" w="60880">
                          <a:moveTo>
                            <a:pt x="8" y="29821"/>
                          </a:moveTo>
                          <a:cubicBezTo>
                            <a:pt x="-373" y="46585"/>
                            <a:pt x="12962" y="60492"/>
                            <a:pt x="29821" y="60873"/>
                          </a:cubicBezTo>
                          <a:cubicBezTo>
                            <a:pt x="46585" y="61254"/>
                            <a:pt x="60492" y="47919"/>
                            <a:pt x="60873" y="31059"/>
                          </a:cubicBezTo>
                          <a:cubicBezTo>
                            <a:pt x="61254" y="14200"/>
                            <a:pt x="47919" y="389"/>
                            <a:pt x="31060" y="8"/>
                          </a:cubicBezTo>
                          <a:cubicBezTo>
                            <a:pt x="14295" y="-373"/>
                            <a:pt x="389" y="12962"/>
                            <a:pt x="8" y="29821"/>
                          </a:cubicBezTo>
                          <a:close/>
                        </a:path>
                      </a:pathLst>
                    </a:custGeom>
                    <a:solidFill>
                      <a:srgbClr val="FF887C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850" name="Google Shape;850;p42"/>
                    <p:cNvSpPr/>
                    <p:nvPr/>
                  </p:nvSpPr>
                  <p:spPr>
                    <a:xfrm>
                      <a:off x="4639340" y="2916743"/>
                      <a:ext cx="20957" cy="20957"/>
                    </a:xfrm>
                    <a:custGeom>
                      <a:rect b="b" l="l" r="r" t="t"/>
                      <a:pathLst>
                        <a:path extrusionOk="0" h="20957" w="20957">
                          <a:moveTo>
                            <a:pt x="1" y="10288"/>
                          </a:moveTo>
                          <a:cubicBezTo>
                            <a:pt x="-94" y="16099"/>
                            <a:pt x="4478" y="20861"/>
                            <a:pt x="10288" y="20956"/>
                          </a:cubicBezTo>
                          <a:cubicBezTo>
                            <a:pt x="16099" y="21052"/>
                            <a:pt x="20861" y="16480"/>
                            <a:pt x="20957" y="10669"/>
                          </a:cubicBezTo>
                          <a:cubicBezTo>
                            <a:pt x="21052" y="4859"/>
                            <a:pt x="16480" y="97"/>
                            <a:pt x="10669" y="1"/>
                          </a:cubicBezTo>
                          <a:cubicBezTo>
                            <a:pt x="4859" y="-94"/>
                            <a:pt x="97" y="4478"/>
                            <a:pt x="1" y="10288"/>
                          </a:cubicBez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851" name="Google Shape;851;p42"/>
                    <p:cNvSpPr/>
                    <p:nvPr/>
                  </p:nvSpPr>
                  <p:spPr>
                    <a:xfrm>
                      <a:off x="4597871" y="2919888"/>
                      <a:ext cx="18800" cy="31527"/>
                    </a:xfrm>
                    <a:custGeom>
                      <a:rect b="b" l="l" r="r" t="t"/>
                      <a:pathLst>
                        <a:path extrusionOk="0" h="31527" w="18800">
                          <a:moveTo>
                            <a:pt x="18801" y="0"/>
                          </a:moveTo>
                          <a:cubicBezTo>
                            <a:pt x="18801" y="0"/>
                            <a:pt x="4227" y="13430"/>
                            <a:pt x="608" y="18002"/>
                          </a:cubicBezTo>
                          <a:cubicBezTo>
                            <a:pt x="-2916" y="22574"/>
                            <a:pt x="10037" y="31528"/>
                            <a:pt x="10037" y="31528"/>
                          </a:cubicBezTo>
                        </a:path>
                      </a:pathLst>
                    </a:custGeom>
                    <a:noFill/>
                    <a:ln cap="rnd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852" name="Google Shape;852;p42"/>
                    <p:cNvSpPr/>
                    <p:nvPr/>
                  </p:nvSpPr>
                  <p:spPr>
                    <a:xfrm>
                      <a:off x="4567712" y="2898074"/>
                      <a:ext cx="20957" cy="20958"/>
                    </a:xfrm>
                    <a:custGeom>
                      <a:rect b="b" l="l" r="r" t="t"/>
                      <a:pathLst>
                        <a:path extrusionOk="0" h="20958" w="20957">
                          <a:moveTo>
                            <a:pt x="1" y="10288"/>
                          </a:moveTo>
                          <a:cubicBezTo>
                            <a:pt x="-94" y="16099"/>
                            <a:pt x="4478" y="20861"/>
                            <a:pt x="10288" y="20957"/>
                          </a:cubicBezTo>
                          <a:cubicBezTo>
                            <a:pt x="16099" y="21052"/>
                            <a:pt x="20861" y="16480"/>
                            <a:pt x="20956" y="10670"/>
                          </a:cubicBezTo>
                          <a:cubicBezTo>
                            <a:pt x="21052" y="4859"/>
                            <a:pt x="16480" y="97"/>
                            <a:pt x="10669" y="1"/>
                          </a:cubicBezTo>
                          <a:cubicBezTo>
                            <a:pt x="4859" y="-94"/>
                            <a:pt x="97" y="4478"/>
                            <a:pt x="1" y="10288"/>
                          </a:cubicBez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853" name="Google Shape;853;p42"/>
                    <p:cNvSpPr/>
                    <p:nvPr/>
                  </p:nvSpPr>
                  <p:spPr>
                    <a:xfrm>
                      <a:off x="4748307" y="2960464"/>
                      <a:ext cx="19621" cy="19431"/>
                    </a:xfrm>
                    <a:custGeom>
                      <a:rect b="b" l="l" r="r" t="t"/>
                      <a:pathLst>
                        <a:path extrusionOk="0" h="19431" w="19621">
                          <a:moveTo>
                            <a:pt x="19622" y="19431"/>
                          </a:moveTo>
                          <a:cubicBezTo>
                            <a:pt x="19622" y="19431"/>
                            <a:pt x="19622" y="571"/>
                            <a:pt x="0" y="0"/>
                          </a:cubicBezTo>
                        </a:path>
                      </a:pathLst>
                    </a:custGeom>
                    <a:noFill/>
                    <a:ln cap="rnd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854" name="Google Shape;854;p42"/>
                    <p:cNvSpPr/>
                    <p:nvPr/>
                  </p:nvSpPr>
                  <p:spPr>
                    <a:xfrm>
                      <a:off x="4744212" y="2967322"/>
                      <a:ext cx="17430" cy="16386"/>
                    </a:xfrm>
                    <a:custGeom>
                      <a:rect b="b" l="l" r="r" t="t"/>
                      <a:pathLst>
                        <a:path extrusionOk="0" h="16386" w="17430">
                          <a:moveTo>
                            <a:pt x="17431" y="0"/>
                          </a:moveTo>
                          <a:cubicBezTo>
                            <a:pt x="17431" y="0"/>
                            <a:pt x="13049" y="16669"/>
                            <a:pt x="0" y="16383"/>
                          </a:cubicBezTo>
                        </a:path>
                      </a:pathLst>
                    </a:custGeom>
                    <a:noFill/>
                    <a:ln cap="rnd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855" name="Google Shape;855;p42"/>
                    <p:cNvSpPr/>
                    <p:nvPr/>
                  </p:nvSpPr>
                  <p:spPr>
                    <a:xfrm>
                      <a:off x="4574952" y="2786535"/>
                      <a:ext cx="212890" cy="170067"/>
                    </a:xfrm>
                    <a:custGeom>
                      <a:rect b="b" l="l" r="r" t="t"/>
                      <a:pathLst>
                        <a:path extrusionOk="0" h="170067" w="212890">
                          <a:moveTo>
                            <a:pt x="180499" y="158784"/>
                          </a:moveTo>
                          <a:cubicBezTo>
                            <a:pt x="180499" y="158784"/>
                            <a:pt x="168878" y="158213"/>
                            <a:pt x="161258" y="166214"/>
                          </a:cubicBezTo>
                          <a:cubicBezTo>
                            <a:pt x="157829" y="169833"/>
                            <a:pt x="152686" y="171167"/>
                            <a:pt x="148209" y="169071"/>
                          </a:cubicBezTo>
                          <a:lnTo>
                            <a:pt x="147638" y="168785"/>
                          </a:lnTo>
                          <a:cubicBezTo>
                            <a:pt x="143256" y="166690"/>
                            <a:pt x="144971" y="160689"/>
                            <a:pt x="141637" y="157165"/>
                          </a:cubicBezTo>
                          <a:cubicBezTo>
                            <a:pt x="90583" y="101539"/>
                            <a:pt x="74962" y="46961"/>
                            <a:pt x="74962" y="46961"/>
                          </a:cubicBezTo>
                          <a:cubicBezTo>
                            <a:pt x="74962" y="46961"/>
                            <a:pt x="32385" y="79155"/>
                            <a:pt x="0" y="58010"/>
                          </a:cubicBezTo>
                          <a:cubicBezTo>
                            <a:pt x="0" y="58010"/>
                            <a:pt x="93250" y="-54385"/>
                            <a:pt x="186595" y="33721"/>
                          </a:cubicBezTo>
                          <a:cubicBezTo>
                            <a:pt x="249079" y="92681"/>
                            <a:pt x="180594" y="158879"/>
                            <a:pt x="180594" y="158879"/>
                          </a:cubicBez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miter lim="8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856" name="Google Shape;856;p42"/>
                    <p:cNvSpPr/>
                    <p:nvPr/>
                  </p:nvSpPr>
                  <p:spPr>
                    <a:xfrm>
                      <a:off x="4602194" y="2957988"/>
                      <a:ext cx="29810" cy="35960"/>
                    </a:xfrm>
                    <a:custGeom>
                      <a:rect b="b" l="l" r="r" t="t"/>
                      <a:pathLst>
                        <a:path extrusionOk="0" h="35960" w="29810">
                          <a:moveTo>
                            <a:pt x="28480" y="0"/>
                          </a:moveTo>
                          <a:cubicBezTo>
                            <a:pt x="14383" y="2476"/>
                            <a:pt x="11240" y="2476"/>
                            <a:pt x="0" y="4191"/>
                          </a:cubicBezTo>
                          <a:cubicBezTo>
                            <a:pt x="0" y="4191"/>
                            <a:pt x="4096" y="37433"/>
                            <a:pt x="19431" y="35909"/>
                          </a:cubicBezTo>
                          <a:cubicBezTo>
                            <a:pt x="34766" y="34385"/>
                            <a:pt x="28575" y="0"/>
                            <a:pt x="28575" y="0"/>
                          </a:cubicBezTo>
                          <a:close/>
                        </a:path>
                      </a:pathLst>
                    </a:custGeom>
                    <a:solidFill>
                      <a:srgbClr val="FF887C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857" name="Google Shape;857;p42"/>
                  <p:cNvSpPr/>
                  <p:nvPr/>
                </p:nvSpPr>
                <p:spPr>
                  <a:xfrm>
                    <a:off x="4658582" y="2898075"/>
                    <a:ext cx="13430" cy="13906"/>
                  </a:xfrm>
                  <a:custGeom>
                    <a:rect b="b" l="l" r="r" t="t"/>
                    <a:pathLst>
                      <a:path extrusionOk="0" h="13906" w="13430">
                        <a:moveTo>
                          <a:pt x="0" y="0"/>
                        </a:moveTo>
                        <a:cubicBezTo>
                          <a:pt x="0" y="0"/>
                          <a:pt x="13335" y="857"/>
                          <a:pt x="13430" y="13907"/>
                        </a:cubicBezTo>
                      </a:path>
                    </a:pathLst>
                  </a:custGeom>
                  <a:noFill/>
                  <a:ln cap="rnd" cmpd="sng" w="952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858" name="Google Shape;858;p42"/>
                <p:cNvGrpSpPr/>
                <p:nvPr/>
              </p:nvGrpSpPr>
              <p:grpSpPr>
                <a:xfrm>
                  <a:off x="4301013" y="3081060"/>
                  <a:ext cx="691038" cy="613288"/>
                  <a:chOff x="4301013" y="3081060"/>
                  <a:chExt cx="691038" cy="613288"/>
                </a:xfrm>
              </p:grpSpPr>
              <p:sp>
                <p:nvSpPr>
                  <p:cNvPr id="859" name="Google Shape;859;p42"/>
                  <p:cNvSpPr/>
                  <p:nvPr/>
                </p:nvSpPr>
                <p:spPr>
                  <a:xfrm>
                    <a:off x="4301013" y="3081060"/>
                    <a:ext cx="691038" cy="613288"/>
                  </a:xfrm>
                  <a:custGeom>
                    <a:rect b="b" l="l" r="r" t="t"/>
                    <a:pathLst>
                      <a:path extrusionOk="0" h="613288" w="691038">
                        <a:moveTo>
                          <a:pt x="0" y="160772"/>
                        </a:moveTo>
                        <a:cubicBezTo>
                          <a:pt x="0" y="160772"/>
                          <a:pt x="162306" y="-8963"/>
                          <a:pt x="285274" y="371"/>
                        </a:cubicBezTo>
                        <a:cubicBezTo>
                          <a:pt x="285274" y="371"/>
                          <a:pt x="347758" y="41138"/>
                          <a:pt x="413385" y="13516"/>
                        </a:cubicBezTo>
                        <a:cubicBezTo>
                          <a:pt x="413385" y="13516"/>
                          <a:pt x="544830" y="-10773"/>
                          <a:pt x="691039" y="202682"/>
                        </a:cubicBezTo>
                        <a:lnTo>
                          <a:pt x="555498" y="337747"/>
                        </a:lnTo>
                        <a:lnTo>
                          <a:pt x="523589" y="311172"/>
                        </a:lnTo>
                        <a:cubicBezTo>
                          <a:pt x="523589" y="311172"/>
                          <a:pt x="512921" y="452047"/>
                          <a:pt x="527590" y="483860"/>
                        </a:cubicBezTo>
                        <a:cubicBezTo>
                          <a:pt x="542163" y="515769"/>
                          <a:pt x="564833" y="539677"/>
                          <a:pt x="590074" y="549011"/>
                        </a:cubicBezTo>
                        <a:cubicBezTo>
                          <a:pt x="615315" y="558346"/>
                          <a:pt x="582073" y="596827"/>
                          <a:pt x="527590" y="592826"/>
                        </a:cubicBezTo>
                        <a:cubicBezTo>
                          <a:pt x="473107" y="588826"/>
                          <a:pt x="228600" y="599494"/>
                          <a:pt x="164878" y="607399"/>
                        </a:cubicBezTo>
                        <a:cubicBezTo>
                          <a:pt x="101060" y="615400"/>
                          <a:pt x="36004" y="621973"/>
                          <a:pt x="62579" y="579491"/>
                        </a:cubicBezTo>
                        <a:cubicBezTo>
                          <a:pt x="89154" y="537010"/>
                          <a:pt x="122396" y="319078"/>
                          <a:pt x="122396" y="319078"/>
                        </a:cubicBezTo>
                        <a:cubicBezTo>
                          <a:pt x="122396" y="319078"/>
                          <a:pt x="2572" y="235163"/>
                          <a:pt x="0" y="160867"/>
                        </a:cubicBezTo>
                        <a:close/>
                      </a:path>
                    </a:pathLst>
                  </a:custGeom>
                  <a:solidFill>
                    <a:schemeClr val="lt1"/>
                  </a:solidFill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60" name="Google Shape;860;p42"/>
                  <p:cNvSpPr/>
                  <p:nvPr/>
                </p:nvSpPr>
                <p:spPr>
                  <a:xfrm>
                    <a:off x="4787709" y="3340511"/>
                    <a:ext cx="45102" cy="116391"/>
                  </a:xfrm>
                  <a:custGeom>
                    <a:rect b="b" l="l" r="r" t="t"/>
                    <a:pathLst>
                      <a:path extrusionOk="0" h="193180" w="72453">
                        <a:moveTo>
                          <a:pt x="704" y="0"/>
                        </a:moveTo>
                        <a:cubicBezTo>
                          <a:pt x="704" y="0"/>
                          <a:pt x="-9107" y="136017"/>
                          <a:pt x="44519" y="184309"/>
                        </a:cubicBezTo>
                        <a:cubicBezTo>
                          <a:pt x="98240" y="232601"/>
                          <a:pt x="57949" y="68009"/>
                          <a:pt x="57949" y="68009"/>
                        </a:cubicBezTo>
                        <a:lnTo>
                          <a:pt x="31089" y="46672"/>
                        </a:lnTo>
                        <a:lnTo>
                          <a:pt x="704" y="0"/>
                        </a:lnTo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861" name="Google Shape;861;p42"/>
                <p:cNvSpPr/>
                <p:nvPr/>
              </p:nvSpPr>
              <p:spPr>
                <a:xfrm>
                  <a:off x="4423410" y="3256501"/>
                  <a:ext cx="25717" cy="143636"/>
                </a:xfrm>
                <a:custGeom>
                  <a:rect b="b" l="l" r="r" t="t"/>
                  <a:pathLst>
                    <a:path extrusionOk="0" h="143636" w="25717">
                      <a:moveTo>
                        <a:pt x="25717" y="0"/>
                      </a:moveTo>
                      <a:cubicBezTo>
                        <a:pt x="25717" y="0"/>
                        <a:pt x="8382" y="85820"/>
                        <a:pt x="0" y="143637"/>
                      </a:cubicBezTo>
                    </a:path>
                  </a:pathLst>
                </a:custGeom>
                <a:solidFill>
                  <a:srgbClr val="FFFAE6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62" name="Google Shape;862;p42"/>
                <p:cNvSpPr/>
                <p:nvPr/>
              </p:nvSpPr>
              <p:spPr>
                <a:xfrm>
                  <a:off x="4779645" y="3328225"/>
                  <a:ext cx="45053" cy="63912"/>
                </a:xfrm>
                <a:custGeom>
                  <a:rect b="b" l="l" r="r" t="t"/>
                  <a:pathLst>
                    <a:path extrusionOk="0" h="63912" w="45053">
                      <a:moveTo>
                        <a:pt x="0" y="0"/>
                      </a:moveTo>
                      <a:lnTo>
                        <a:pt x="45053" y="63913"/>
                      </a:lnTo>
                    </a:path>
                  </a:pathLst>
                </a:custGeom>
                <a:noFill/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863" name="Google Shape;863;p42"/>
            <p:cNvSpPr/>
            <p:nvPr/>
          </p:nvSpPr>
          <p:spPr>
            <a:xfrm rot="2414040">
              <a:off x="6034325" y="2503526"/>
              <a:ext cx="32149" cy="50024"/>
            </a:xfrm>
            <a:custGeom>
              <a:rect b="b" l="l" r="r" t="t"/>
              <a:pathLst>
                <a:path extrusionOk="0" h="2001" w="1286">
                  <a:moveTo>
                    <a:pt x="0" y="786"/>
                  </a:moveTo>
                  <a:lnTo>
                    <a:pt x="1286" y="0"/>
                  </a:lnTo>
                  <a:lnTo>
                    <a:pt x="786" y="200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</p:sp>
      </p:grpSp>
      <p:grpSp>
        <p:nvGrpSpPr>
          <p:cNvPr id="864" name="Google Shape;864;p42"/>
          <p:cNvGrpSpPr/>
          <p:nvPr/>
        </p:nvGrpSpPr>
        <p:grpSpPr>
          <a:xfrm>
            <a:off x="5984671" y="1598188"/>
            <a:ext cx="1402834" cy="3008141"/>
            <a:chOff x="6706696" y="1587088"/>
            <a:chExt cx="1402834" cy="3008141"/>
          </a:xfrm>
        </p:grpSpPr>
        <p:grpSp>
          <p:nvGrpSpPr>
            <p:cNvPr id="865" name="Google Shape;865;p42"/>
            <p:cNvGrpSpPr/>
            <p:nvPr/>
          </p:nvGrpSpPr>
          <p:grpSpPr>
            <a:xfrm>
              <a:off x="6706696" y="1587088"/>
              <a:ext cx="1402834" cy="3008141"/>
              <a:chOff x="5282321" y="2078849"/>
              <a:chExt cx="1452660" cy="3114985"/>
            </a:xfrm>
          </p:grpSpPr>
          <p:grpSp>
            <p:nvGrpSpPr>
              <p:cNvPr id="866" name="Google Shape;866;p42"/>
              <p:cNvGrpSpPr/>
              <p:nvPr/>
            </p:nvGrpSpPr>
            <p:grpSpPr>
              <a:xfrm>
                <a:off x="5878157" y="2078849"/>
                <a:ext cx="518259" cy="464482"/>
                <a:chOff x="5878157" y="2078849"/>
                <a:chExt cx="518259" cy="464482"/>
              </a:xfrm>
            </p:grpSpPr>
            <p:grpSp>
              <p:nvGrpSpPr>
                <p:cNvPr id="867" name="Google Shape;867;p42"/>
                <p:cNvGrpSpPr/>
                <p:nvPr/>
              </p:nvGrpSpPr>
              <p:grpSpPr>
                <a:xfrm>
                  <a:off x="5878157" y="2078849"/>
                  <a:ext cx="349622" cy="464482"/>
                  <a:chOff x="5878157" y="2078849"/>
                  <a:chExt cx="349622" cy="464482"/>
                </a:xfrm>
              </p:grpSpPr>
              <p:sp>
                <p:nvSpPr>
                  <p:cNvPr id="868" name="Google Shape;868;p42"/>
                  <p:cNvSpPr/>
                  <p:nvPr/>
                </p:nvSpPr>
                <p:spPr>
                  <a:xfrm rot="-275120">
                    <a:off x="5890071" y="2091373"/>
                    <a:ext cx="325793" cy="311115"/>
                  </a:xfrm>
                  <a:custGeom>
                    <a:rect b="b" l="l" r="r" t="t"/>
                    <a:pathLst>
                      <a:path extrusionOk="0" h="310896" w="325564">
                        <a:moveTo>
                          <a:pt x="325564" y="155448"/>
                        </a:moveTo>
                        <a:cubicBezTo>
                          <a:pt x="325564" y="241300"/>
                          <a:pt x="252684" y="310896"/>
                          <a:pt x="162782" y="310896"/>
                        </a:cubicBezTo>
                        <a:cubicBezTo>
                          <a:pt x="72880" y="310896"/>
                          <a:pt x="0" y="241300"/>
                          <a:pt x="0" y="155448"/>
                        </a:cubicBezTo>
                        <a:cubicBezTo>
                          <a:pt x="0" y="69596"/>
                          <a:pt x="72880" y="0"/>
                          <a:pt x="162782" y="0"/>
                        </a:cubicBezTo>
                        <a:cubicBezTo>
                          <a:pt x="252684" y="0"/>
                          <a:pt x="325564" y="69596"/>
                          <a:pt x="325564" y="155448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69" name="Google Shape;869;p42"/>
                  <p:cNvSpPr/>
                  <p:nvPr/>
                </p:nvSpPr>
                <p:spPr>
                  <a:xfrm>
                    <a:off x="5890656" y="2140949"/>
                    <a:ext cx="275737" cy="402382"/>
                  </a:xfrm>
                  <a:custGeom>
                    <a:rect b="b" l="l" r="r" t="t"/>
                    <a:pathLst>
                      <a:path extrusionOk="0" h="402382" w="275737">
                        <a:moveTo>
                          <a:pt x="18178" y="199914"/>
                        </a:moveTo>
                        <a:lnTo>
                          <a:pt x="3795" y="145336"/>
                        </a:lnTo>
                        <a:cubicBezTo>
                          <a:pt x="-4302" y="114570"/>
                          <a:pt x="937" y="83233"/>
                          <a:pt x="15891" y="57515"/>
                        </a:cubicBezTo>
                        <a:cubicBezTo>
                          <a:pt x="30846" y="31798"/>
                          <a:pt x="55611" y="11891"/>
                          <a:pt x="86377" y="3794"/>
                        </a:cubicBezTo>
                        <a:cubicBezTo>
                          <a:pt x="148003" y="-12398"/>
                          <a:pt x="211726" y="24749"/>
                          <a:pt x="227918" y="86376"/>
                        </a:cubicBezTo>
                        <a:lnTo>
                          <a:pt x="232585" y="104188"/>
                        </a:lnTo>
                        <a:cubicBezTo>
                          <a:pt x="232585" y="104188"/>
                          <a:pt x="233347" y="105331"/>
                          <a:pt x="233823" y="107236"/>
                        </a:cubicBezTo>
                        <a:cubicBezTo>
                          <a:pt x="249064" y="102759"/>
                          <a:pt x="265732" y="109903"/>
                          <a:pt x="272686" y="124762"/>
                        </a:cubicBezTo>
                        <a:cubicBezTo>
                          <a:pt x="280306" y="141145"/>
                          <a:pt x="273162" y="160671"/>
                          <a:pt x="256779" y="168291"/>
                        </a:cubicBezTo>
                        <a:cubicBezTo>
                          <a:pt x="253064" y="170006"/>
                          <a:pt x="249159" y="170958"/>
                          <a:pt x="245254" y="171149"/>
                        </a:cubicBezTo>
                        <a:cubicBezTo>
                          <a:pt x="254969" y="233252"/>
                          <a:pt x="266494" y="316024"/>
                          <a:pt x="266494" y="316024"/>
                        </a:cubicBezTo>
                        <a:cubicBezTo>
                          <a:pt x="276115" y="352600"/>
                          <a:pt x="254112" y="390414"/>
                          <a:pt x="217440" y="400130"/>
                        </a:cubicBezTo>
                        <a:cubicBezTo>
                          <a:pt x="180865" y="409750"/>
                          <a:pt x="142955" y="387652"/>
                          <a:pt x="133335" y="351076"/>
                        </a:cubicBezTo>
                        <a:lnTo>
                          <a:pt x="116095" y="285544"/>
                        </a:lnTo>
                        <a:cubicBezTo>
                          <a:pt x="110475" y="284877"/>
                          <a:pt x="104950" y="283734"/>
                          <a:pt x="99521" y="282210"/>
                        </a:cubicBezTo>
                        <a:cubicBezTo>
                          <a:pt x="90663" y="279734"/>
                          <a:pt x="82186" y="276305"/>
                          <a:pt x="74185" y="271828"/>
                        </a:cubicBezTo>
                        <a:cubicBezTo>
                          <a:pt x="55325" y="261446"/>
                          <a:pt x="39323" y="245825"/>
                          <a:pt x="28560" y="226394"/>
                        </a:cubicBezTo>
                        <a:cubicBezTo>
                          <a:pt x="28274" y="225917"/>
                          <a:pt x="27988" y="225441"/>
                          <a:pt x="27798" y="224965"/>
                        </a:cubicBezTo>
                        <a:cubicBezTo>
                          <a:pt x="23607" y="217154"/>
                          <a:pt x="20273" y="208868"/>
                          <a:pt x="17987" y="199914"/>
                        </a:cubicBezTo>
                        <a:close/>
                      </a:path>
                    </a:pathLst>
                  </a:custGeom>
                  <a:solidFill>
                    <a:srgbClr val="FFA499"/>
                  </a:solidFill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70" name="Google Shape;870;p42"/>
                  <p:cNvSpPr/>
                  <p:nvPr/>
                </p:nvSpPr>
                <p:spPr>
                  <a:xfrm>
                    <a:off x="6008865" y="2278779"/>
                    <a:ext cx="68445" cy="68445"/>
                  </a:xfrm>
                  <a:custGeom>
                    <a:rect b="b" l="l" r="r" t="t"/>
                    <a:pathLst>
                      <a:path extrusionOk="0" h="68445" w="68445">
                        <a:moveTo>
                          <a:pt x="3219" y="48653"/>
                        </a:moveTo>
                        <a:cubicBezTo>
                          <a:pt x="11220" y="65798"/>
                          <a:pt x="31508" y="73228"/>
                          <a:pt x="48653" y="65227"/>
                        </a:cubicBezTo>
                        <a:cubicBezTo>
                          <a:pt x="65798" y="57226"/>
                          <a:pt x="73228" y="36937"/>
                          <a:pt x="65227" y="19793"/>
                        </a:cubicBezTo>
                        <a:cubicBezTo>
                          <a:pt x="57226" y="2648"/>
                          <a:pt x="36938" y="-4782"/>
                          <a:pt x="19792" y="3219"/>
                        </a:cubicBezTo>
                        <a:cubicBezTo>
                          <a:pt x="2648" y="11220"/>
                          <a:pt x="-4782" y="31508"/>
                          <a:pt x="3219" y="48653"/>
                        </a:cubicBezTo>
                        <a:close/>
                      </a:path>
                    </a:pathLst>
                  </a:custGeom>
                  <a:solidFill>
                    <a:srgbClr val="FF887C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71" name="Google Shape;871;p42"/>
                  <p:cNvSpPr/>
                  <p:nvPr/>
                </p:nvSpPr>
                <p:spPr>
                  <a:xfrm>
                    <a:off x="5986685" y="2277935"/>
                    <a:ext cx="23556" cy="23556"/>
                  </a:xfrm>
                  <a:custGeom>
                    <a:rect b="b" l="l" r="r" t="t"/>
                    <a:pathLst>
                      <a:path extrusionOk="0" h="23556" w="23556">
                        <a:moveTo>
                          <a:pt x="1110" y="16731"/>
                        </a:moveTo>
                        <a:cubicBezTo>
                          <a:pt x="3872" y="22637"/>
                          <a:pt x="10826" y="25209"/>
                          <a:pt x="16731" y="22446"/>
                        </a:cubicBezTo>
                        <a:cubicBezTo>
                          <a:pt x="22637" y="19684"/>
                          <a:pt x="25209" y="12731"/>
                          <a:pt x="22446" y="6825"/>
                        </a:cubicBezTo>
                        <a:cubicBezTo>
                          <a:pt x="19684" y="920"/>
                          <a:pt x="12731" y="-1652"/>
                          <a:pt x="6825" y="1110"/>
                        </a:cubicBezTo>
                        <a:cubicBezTo>
                          <a:pt x="920" y="3873"/>
                          <a:pt x="-1652" y="10826"/>
                          <a:pt x="1110" y="1673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72" name="Google Shape;872;p42"/>
                  <p:cNvSpPr/>
                  <p:nvPr/>
                </p:nvSpPr>
                <p:spPr>
                  <a:xfrm>
                    <a:off x="5942479" y="2304668"/>
                    <a:ext cx="16264" cy="36099"/>
                  </a:xfrm>
                  <a:custGeom>
                    <a:rect b="b" l="l" r="r" t="t"/>
                    <a:pathLst>
                      <a:path extrusionOk="0" h="36099" w="16264">
                        <a:moveTo>
                          <a:pt x="9502" y="0"/>
                        </a:moveTo>
                        <a:cubicBezTo>
                          <a:pt x="9502" y="0"/>
                          <a:pt x="1406" y="20764"/>
                          <a:pt x="72" y="27146"/>
                        </a:cubicBezTo>
                        <a:cubicBezTo>
                          <a:pt x="-1261" y="33528"/>
                          <a:pt x="16265" y="36100"/>
                          <a:pt x="16265" y="36100"/>
                        </a:cubicBezTo>
                      </a:path>
                    </a:pathLst>
                  </a:custGeom>
                  <a:noFill/>
                  <a:ln cap="rnd" cmpd="sng" w="952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73" name="Google Shape;873;p42"/>
                  <p:cNvSpPr/>
                  <p:nvPr/>
                </p:nvSpPr>
                <p:spPr>
                  <a:xfrm>
                    <a:off x="5971793" y="2332291"/>
                    <a:ext cx="16002" cy="22193"/>
                  </a:xfrm>
                  <a:custGeom>
                    <a:rect b="b" l="l" r="r" t="t"/>
                    <a:pathLst>
                      <a:path extrusionOk="0" h="22193" w="16002">
                        <a:moveTo>
                          <a:pt x="16002" y="0"/>
                        </a:moveTo>
                        <a:cubicBezTo>
                          <a:pt x="16002" y="0"/>
                          <a:pt x="13240" y="15812"/>
                          <a:pt x="0" y="22193"/>
                        </a:cubicBezTo>
                      </a:path>
                    </a:pathLst>
                  </a:custGeom>
                  <a:noFill/>
                  <a:ln cap="rnd" cmpd="sng" w="952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74" name="Google Shape;874;p42"/>
                  <p:cNvSpPr/>
                  <p:nvPr/>
                </p:nvSpPr>
                <p:spPr>
                  <a:xfrm>
                    <a:off x="5905246" y="2294414"/>
                    <a:ext cx="23556" cy="23556"/>
                  </a:xfrm>
                  <a:custGeom>
                    <a:rect b="b" l="l" r="r" t="t"/>
                    <a:pathLst>
                      <a:path extrusionOk="0" h="23556" w="23556">
                        <a:moveTo>
                          <a:pt x="1110" y="16731"/>
                        </a:moveTo>
                        <a:cubicBezTo>
                          <a:pt x="3873" y="22637"/>
                          <a:pt x="10826" y="25209"/>
                          <a:pt x="16732" y="22446"/>
                        </a:cubicBezTo>
                        <a:cubicBezTo>
                          <a:pt x="22637" y="19684"/>
                          <a:pt x="25209" y="12731"/>
                          <a:pt x="22446" y="6825"/>
                        </a:cubicBezTo>
                        <a:cubicBezTo>
                          <a:pt x="19684" y="920"/>
                          <a:pt x="12731" y="-1652"/>
                          <a:pt x="6825" y="1110"/>
                        </a:cubicBezTo>
                        <a:cubicBezTo>
                          <a:pt x="920" y="3873"/>
                          <a:pt x="-1652" y="10826"/>
                          <a:pt x="1110" y="1673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75" name="Google Shape;875;p42"/>
                  <p:cNvSpPr/>
                  <p:nvPr/>
                </p:nvSpPr>
                <p:spPr>
                  <a:xfrm>
                    <a:off x="6124860" y="2264275"/>
                    <a:ext cx="29432" cy="12389"/>
                  </a:xfrm>
                  <a:custGeom>
                    <a:rect b="b" l="l" r="r" t="t"/>
                    <a:pathLst>
                      <a:path extrusionOk="0" h="12389" w="29432">
                        <a:moveTo>
                          <a:pt x="29432" y="12389"/>
                        </a:moveTo>
                        <a:cubicBezTo>
                          <a:pt x="29432" y="12389"/>
                          <a:pt x="20193" y="-6661"/>
                          <a:pt x="0" y="2483"/>
                        </a:cubicBezTo>
                      </a:path>
                    </a:pathLst>
                  </a:custGeom>
                  <a:noFill/>
                  <a:ln cap="rnd" cmpd="sng" w="952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76" name="Google Shape;876;p42"/>
                  <p:cNvSpPr/>
                  <p:nvPr/>
                </p:nvSpPr>
                <p:spPr>
                  <a:xfrm>
                    <a:off x="6132385" y="2267140"/>
                    <a:ext cx="9938" cy="25145"/>
                  </a:xfrm>
                  <a:custGeom>
                    <a:rect b="b" l="l" r="r" t="t"/>
                    <a:pathLst>
                      <a:path extrusionOk="0" h="25145" w="9938">
                        <a:moveTo>
                          <a:pt x="9430" y="0"/>
                        </a:moveTo>
                        <a:cubicBezTo>
                          <a:pt x="9430" y="0"/>
                          <a:pt x="13240" y="18955"/>
                          <a:pt x="0" y="25146"/>
                        </a:cubicBezTo>
                      </a:path>
                    </a:pathLst>
                  </a:custGeom>
                  <a:noFill/>
                  <a:ln cap="rnd" cmpd="sng" w="952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877" name="Google Shape;877;p42"/>
                  <p:cNvSpPr/>
                  <p:nvPr/>
                </p:nvSpPr>
                <p:spPr>
                  <a:xfrm>
                    <a:off x="5906642" y="2113350"/>
                    <a:ext cx="224798" cy="161028"/>
                  </a:xfrm>
                  <a:custGeom>
                    <a:rect b="b" l="l" r="r" t="t"/>
                    <a:pathLst>
                      <a:path extrusionOk="0" h="161028" w="224798">
                        <a:moveTo>
                          <a:pt x="218027" y="134739"/>
                        </a:moveTo>
                        <a:cubicBezTo>
                          <a:pt x="218027" y="134739"/>
                          <a:pt x="206026" y="139978"/>
                          <a:pt x="202311" y="151694"/>
                        </a:cubicBezTo>
                        <a:cubicBezTo>
                          <a:pt x="200596" y="157028"/>
                          <a:pt x="196120" y="160933"/>
                          <a:pt x="190500" y="161028"/>
                        </a:cubicBezTo>
                        <a:lnTo>
                          <a:pt x="189738" y="161028"/>
                        </a:lnTo>
                        <a:cubicBezTo>
                          <a:pt x="184309" y="161028"/>
                          <a:pt x="179451" y="157504"/>
                          <a:pt x="177927" y="152265"/>
                        </a:cubicBezTo>
                        <a:cubicBezTo>
                          <a:pt x="168116" y="118451"/>
                          <a:pt x="124206" y="3294"/>
                          <a:pt x="0" y="85114"/>
                        </a:cubicBezTo>
                        <a:cubicBezTo>
                          <a:pt x="0" y="85114"/>
                          <a:pt x="70961" y="-25757"/>
                          <a:pt x="162211" y="5580"/>
                        </a:cubicBezTo>
                        <a:cubicBezTo>
                          <a:pt x="253460" y="36917"/>
                          <a:pt x="218027" y="134739"/>
                          <a:pt x="218027" y="134739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878" name="Google Shape;878;p42"/>
                <p:cNvSpPr/>
                <p:nvPr/>
              </p:nvSpPr>
              <p:spPr>
                <a:xfrm>
                  <a:off x="5890736" y="2155488"/>
                  <a:ext cx="193833" cy="121176"/>
                </a:xfrm>
                <a:custGeom>
                  <a:rect b="b" l="l" r="r" t="t"/>
                  <a:pathLst>
                    <a:path extrusionOk="0" h="121176" w="193833">
                      <a:moveTo>
                        <a:pt x="0" y="121176"/>
                      </a:moveTo>
                      <a:cubicBezTo>
                        <a:pt x="0" y="121176"/>
                        <a:pt x="45910" y="76790"/>
                        <a:pt x="51816" y="26879"/>
                      </a:cubicBezTo>
                      <a:cubicBezTo>
                        <a:pt x="51816" y="26879"/>
                        <a:pt x="153733" y="127558"/>
                        <a:pt x="193834" y="110032"/>
                      </a:cubicBezTo>
                      <a:cubicBezTo>
                        <a:pt x="193834" y="110032"/>
                        <a:pt x="158686" y="-7697"/>
                        <a:pt x="96012" y="399"/>
                      </a:cubicBezTo>
                      <a:cubicBezTo>
                        <a:pt x="33338" y="8591"/>
                        <a:pt x="286" y="36213"/>
                        <a:pt x="0" y="121176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879" name="Google Shape;879;p42"/>
                <p:cNvSpPr/>
                <p:nvPr/>
              </p:nvSpPr>
              <p:spPr>
                <a:xfrm>
                  <a:off x="6188106" y="2251301"/>
                  <a:ext cx="208310" cy="167120"/>
                </a:xfrm>
                <a:custGeom>
                  <a:rect b="b" l="l" r="r" t="t"/>
                  <a:pathLst>
                    <a:path extrusionOk="0" h="167120" w="208310">
                      <a:moveTo>
                        <a:pt x="7620" y="408"/>
                      </a:moveTo>
                      <a:cubicBezTo>
                        <a:pt x="7620" y="408"/>
                        <a:pt x="50101" y="-5592"/>
                        <a:pt x="71818" y="28412"/>
                      </a:cubicBezTo>
                      <a:cubicBezTo>
                        <a:pt x="93535" y="62416"/>
                        <a:pt x="130588" y="62226"/>
                        <a:pt x="177451" y="66702"/>
                      </a:cubicBezTo>
                      <a:cubicBezTo>
                        <a:pt x="224218" y="71179"/>
                        <a:pt x="218789" y="152808"/>
                        <a:pt x="154591" y="164810"/>
                      </a:cubicBezTo>
                      <a:cubicBezTo>
                        <a:pt x="90392" y="176811"/>
                        <a:pt x="6572" y="141759"/>
                        <a:pt x="0" y="66702"/>
                      </a:cubicBezTo>
                      <a:lnTo>
                        <a:pt x="7620" y="408"/>
                      </a:lnTo>
                      <a:close/>
                    </a:path>
                  </a:pathLst>
                </a:custGeom>
                <a:solidFill>
                  <a:schemeClr val="dk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880" name="Google Shape;880;p42"/>
              <p:cNvGrpSpPr/>
              <p:nvPr/>
            </p:nvGrpSpPr>
            <p:grpSpPr>
              <a:xfrm>
                <a:off x="5282321" y="3225543"/>
                <a:ext cx="1189596" cy="1968247"/>
                <a:chOff x="5282321" y="3225543"/>
                <a:chExt cx="1189596" cy="1968247"/>
              </a:xfrm>
            </p:grpSpPr>
            <p:grpSp>
              <p:nvGrpSpPr>
                <p:cNvPr id="881" name="Google Shape;881;p42"/>
                <p:cNvGrpSpPr/>
                <p:nvPr/>
              </p:nvGrpSpPr>
              <p:grpSpPr>
                <a:xfrm>
                  <a:off x="5282321" y="4647723"/>
                  <a:ext cx="666231" cy="546067"/>
                  <a:chOff x="5282321" y="4647723"/>
                  <a:chExt cx="666231" cy="546067"/>
                </a:xfrm>
              </p:grpSpPr>
              <p:grpSp>
                <p:nvGrpSpPr>
                  <p:cNvPr id="882" name="Google Shape;882;p42"/>
                  <p:cNvGrpSpPr/>
                  <p:nvPr/>
                </p:nvGrpSpPr>
                <p:grpSpPr>
                  <a:xfrm>
                    <a:off x="5623369" y="4647723"/>
                    <a:ext cx="325183" cy="487965"/>
                    <a:chOff x="5623369" y="4647723"/>
                    <a:chExt cx="325183" cy="487965"/>
                  </a:xfrm>
                </p:grpSpPr>
                <p:sp>
                  <p:nvSpPr>
                    <p:cNvPr id="883" name="Google Shape;883;p42"/>
                    <p:cNvSpPr/>
                    <p:nvPr/>
                  </p:nvSpPr>
                  <p:spPr>
                    <a:xfrm>
                      <a:off x="5623369" y="4647723"/>
                      <a:ext cx="325183" cy="487965"/>
                    </a:xfrm>
                    <a:custGeom>
                      <a:rect b="b" l="l" r="r" t="t"/>
                      <a:pathLst>
                        <a:path extrusionOk="0" h="487965" w="325183">
                          <a:moveTo>
                            <a:pt x="35338" y="0"/>
                          </a:moveTo>
                          <a:lnTo>
                            <a:pt x="325183" y="0"/>
                          </a:lnTo>
                          <a:lnTo>
                            <a:pt x="254413" y="365760"/>
                          </a:lnTo>
                          <a:lnTo>
                            <a:pt x="169640" y="487966"/>
                          </a:lnTo>
                          <a:lnTo>
                            <a:pt x="0" y="400621"/>
                          </a:lnTo>
                          <a:lnTo>
                            <a:pt x="42291" y="295084"/>
                          </a:lnTo>
                          <a:lnTo>
                            <a:pt x="35338" y="0"/>
                          </a:lnTo>
                          <a:close/>
                        </a:path>
                      </a:pathLst>
                    </a:custGeom>
                    <a:solidFill>
                      <a:srgbClr val="FFA499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884" name="Google Shape;884;p42"/>
                    <p:cNvSpPr/>
                    <p:nvPr/>
                  </p:nvSpPr>
                  <p:spPr>
                    <a:xfrm rot="281154">
                      <a:off x="5654433" y="4858794"/>
                      <a:ext cx="238960" cy="222946"/>
                    </a:xfrm>
                    <a:custGeom>
                      <a:rect b="b" l="l" r="r" t="t"/>
                      <a:pathLst>
                        <a:path extrusionOk="0" h="222789" w="390429">
                          <a:moveTo>
                            <a:pt x="0" y="0"/>
                          </a:moveTo>
                          <a:lnTo>
                            <a:pt x="390430" y="0"/>
                          </a:lnTo>
                          <a:lnTo>
                            <a:pt x="390430" y="222790"/>
                          </a:lnTo>
                          <a:lnTo>
                            <a:pt x="0" y="222790"/>
                          </a:lnTo>
                          <a:close/>
                        </a:path>
                      </a:pathLst>
                    </a:custGeom>
                    <a:solidFill>
                      <a:schemeClr val="lt1"/>
                    </a:solidFill>
                    <a:ln cap="rnd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885" name="Google Shape;885;p42"/>
                  <p:cNvGrpSpPr/>
                  <p:nvPr/>
                </p:nvGrpSpPr>
                <p:grpSpPr>
                  <a:xfrm>
                    <a:off x="5282321" y="4942697"/>
                    <a:ext cx="608465" cy="251093"/>
                    <a:chOff x="5282321" y="4942697"/>
                    <a:chExt cx="608465" cy="251093"/>
                  </a:xfrm>
                </p:grpSpPr>
                <p:sp>
                  <p:nvSpPr>
                    <p:cNvPr id="886" name="Google Shape;886;p42"/>
                    <p:cNvSpPr/>
                    <p:nvPr/>
                  </p:nvSpPr>
                  <p:spPr>
                    <a:xfrm>
                      <a:off x="5285039" y="4942697"/>
                      <a:ext cx="605747" cy="239759"/>
                    </a:xfrm>
                    <a:custGeom>
                      <a:rect b="b" l="l" r="r" t="t"/>
                      <a:pathLst>
                        <a:path extrusionOk="0" h="239759" w="605747">
                          <a:moveTo>
                            <a:pt x="592743" y="70786"/>
                          </a:moveTo>
                          <a:cubicBezTo>
                            <a:pt x="590361" y="62595"/>
                            <a:pt x="580170" y="59642"/>
                            <a:pt x="573883" y="65452"/>
                          </a:cubicBezTo>
                          <a:cubicBezTo>
                            <a:pt x="555500" y="82407"/>
                            <a:pt x="520543" y="109934"/>
                            <a:pt x="487015" y="109934"/>
                          </a:cubicBezTo>
                          <a:cubicBezTo>
                            <a:pt x="448915" y="109934"/>
                            <a:pt x="408339" y="71929"/>
                            <a:pt x="410815" y="64214"/>
                          </a:cubicBezTo>
                          <a:cubicBezTo>
                            <a:pt x="418149" y="41259"/>
                            <a:pt x="404338" y="3730"/>
                            <a:pt x="380716" y="111"/>
                          </a:cubicBezTo>
                          <a:cubicBezTo>
                            <a:pt x="349379" y="-4557"/>
                            <a:pt x="184597" y="139938"/>
                            <a:pt x="73630" y="164036"/>
                          </a:cubicBezTo>
                          <a:lnTo>
                            <a:pt x="34197" y="177561"/>
                          </a:lnTo>
                          <a:cubicBezTo>
                            <a:pt x="13527" y="184610"/>
                            <a:pt x="-189" y="204136"/>
                            <a:pt x="2" y="225949"/>
                          </a:cubicBezTo>
                          <a:cubicBezTo>
                            <a:pt x="2" y="233664"/>
                            <a:pt x="6574" y="239760"/>
                            <a:pt x="14289" y="239760"/>
                          </a:cubicBezTo>
                          <a:lnTo>
                            <a:pt x="558643" y="239760"/>
                          </a:lnTo>
                          <a:cubicBezTo>
                            <a:pt x="577693" y="239760"/>
                            <a:pt x="594552" y="227091"/>
                            <a:pt x="599410" y="208708"/>
                          </a:cubicBezTo>
                          <a:cubicBezTo>
                            <a:pt x="606649" y="181086"/>
                            <a:pt x="611221" y="134985"/>
                            <a:pt x="592838" y="70786"/>
                          </a:cubicBez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 cap="rnd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887" name="Google Shape;887;p42"/>
                    <p:cNvSpPr/>
                    <p:nvPr/>
                  </p:nvSpPr>
                  <p:spPr>
                    <a:xfrm>
                      <a:off x="5282321" y="5135593"/>
                      <a:ext cx="606196" cy="58197"/>
                    </a:xfrm>
                    <a:custGeom>
                      <a:rect b="b" l="l" r="r" t="t"/>
                      <a:pathLst>
                        <a:path extrusionOk="0" h="58197" w="606196">
                          <a:moveTo>
                            <a:pt x="2625" y="33052"/>
                          </a:moveTo>
                          <a:cubicBezTo>
                            <a:pt x="2625" y="33052"/>
                            <a:pt x="-3281" y="46767"/>
                            <a:pt x="2625" y="58198"/>
                          </a:cubicBezTo>
                          <a:lnTo>
                            <a:pt x="573267" y="58198"/>
                          </a:lnTo>
                          <a:cubicBezTo>
                            <a:pt x="582888" y="58198"/>
                            <a:pt x="592032" y="53149"/>
                            <a:pt x="596699" y="44672"/>
                          </a:cubicBezTo>
                          <a:cubicBezTo>
                            <a:pt x="602509" y="34099"/>
                            <a:pt x="608415" y="18097"/>
                            <a:pt x="605367" y="0"/>
                          </a:cubicBezTo>
                          <a:cubicBezTo>
                            <a:pt x="605367" y="0"/>
                            <a:pt x="496020" y="39529"/>
                            <a:pt x="2625" y="33052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 cap="rnd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grpSp>
              <p:nvGrpSpPr>
                <p:cNvPr id="888" name="Google Shape;888;p42"/>
                <p:cNvGrpSpPr/>
                <p:nvPr/>
              </p:nvGrpSpPr>
              <p:grpSpPr>
                <a:xfrm>
                  <a:off x="5824103" y="4647723"/>
                  <a:ext cx="608370" cy="546067"/>
                  <a:chOff x="5824103" y="4647723"/>
                  <a:chExt cx="608370" cy="546067"/>
                </a:xfrm>
              </p:grpSpPr>
              <p:grpSp>
                <p:nvGrpSpPr>
                  <p:cNvPr id="889" name="Google Shape;889;p42"/>
                  <p:cNvGrpSpPr/>
                  <p:nvPr/>
                </p:nvGrpSpPr>
                <p:grpSpPr>
                  <a:xfrm>
                    <a:off x="6162960" y="4647723"/>
                    <a:ext cx="269462" cy="487965"/>
                    <a:chOff x="6162960" y="4647723"/>
                    <a:chExt cx="269462" cy="487965"/>
                  </a:xfrm>
                </p:grpSpPr>
                <p:sp>
                  <p:nvSpPr>
                    <p:cNvPr id="890" name="Google Shape;890;p42"/>
                    <p:cNvSpPr/>
                    <p:nvPr/>
                  </p:nvSpPr>
                  <p:spPr>
                    <a:xfrm>
                      <a:off x="6162960" y="4647723"/>
                      <a:ext cx="269462" cy="487965"/>
                    </a:xfrm>
                    <a:custGeom>
                      <a:rect b="b" l="l" r="r" t="t"/>
                      <a:pathLst>
                        <a:path extrusionOk="0" h="487965" w="269462">
                          <a:moveTo>
                            <a:pt x="0" y="0"/>
                          </a:moveTo>
                          <a:lnTo>
                            <a:pt x="269462" y="0"/>
                          </a:lnTo>
                          <a:lnTo>
                            <a:pt x="256508" y="365760"/>
                          </a:lnTo>
                          <a:lnTo>
                            <a:pt x="171736" y="487966"/>
                          </a:lnTo>
                          <a:lnTo>
                            <a:pt x="2096" y="400621"/>
                          </a:lnTo>
                          <a:lnTo>
                            <a:pt x="44387" y="295084"/>
                          </a:lnTo>
                          <a:lnTo>
                            <a:pt x="0" y="0"/>
                          </a:lnTo>
                          <a:close/>
                        </a:path>
                      </a:pathLst>
                    </a:custGeom>
                    <a:solidFill>
                      <a:srgbClr val="FFA499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891" name="Google Shape;891;p42"/>
                    <p:cNvSpPr/>
                    <p:nvPr/>
                  </p:nvSpPr>
                  <p:spPr>
                    <a:xfrm>
                      <a:off x="6196845" y="4859072"/>
                      <a:ext cx="224902" cy="222789"/>
                    </a:xfrm>
                    <a:custGeom>
                      <a:rect b="b" l="l" r="r" t="t"/>
                      <a:pathLst>
                        <a:path extrusionOk="0" h="222789" w="325945">
                          <a:moveTo>
                            <a:pt x="0" y="0"/>
                          </a:moveTo>
                          <a:lnTo>
                            <a:pt x="325946" y="0"/>
                          </a:lnTo>
                          <a:lnTo>
                            <a:pt x="325946" y="222790"/>
                          </a:lnTo>
                          <a:lnTo>
                            <a:pt x="0" y="222790"/>
                          </a:lnTo>
                          <a:close/>
                        </a:path>
                      </a:pathLst>
                    </a:custGeom>
                    <a:solidFill>
                      <a:schemeClr val="lt1"/>
                    </a:solidFill>
                    <a:ln cap="rnd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grpSp>
                <p:nvGrpSpPr>
                  <p:cNvPr id="892" name="Google Shape;892;p42"/>
                  <p:cNvGrpSpPr/>
                  <p:nvPr/>
                </p:nvGrpSpPr>
                <p:grpSpPr>
                  <a:xfrm>
                    <a:off x="5824103" y="4942697"/>
                    <a:ext cx="608370" cy="251093"/>
                    <a:chOff x="5824103" y="4942697"/>
                    <a:chExt cx="608370" cy="251093"/>
                  </a:xfrm>
                </p:grpSpPr>
                <p:sp>
                  <p:nvSpPr>
                    <p:cNvPr id="893" name="Google Shape;893;p42"/>
                    <p:cNvSpPr/>
                    <p:nvPr/>
                  </p:nvSpPr>
                  <p:spPr>
                    <a:xfrm>
                      <a:off x="5826726" y="4942697"/>
                      <a:ext cx="605747" cy="239759"/>
                    </a:xfrm>
                    <a:custGeom>
                      <a:rect b="b" l="l" r="r" t="t"/>
                      <a:pathLst>
                        <a:path extrusionOk="0" h="239759" w="605747">
                          <a:moveTo>
                            <a:pt x="592743" y="70786"/>
                          </a:moveTo>
                          <a:cubicBezTo>
                            <a:pt x="590361" y="62595"/>
                            <a:pt x="580170" y="59642"/>
                            <a:pt x="573883" y="65452"/>
                          </a:cubicBezTo>
                          <a:cubicBezTo>
                            <a:pt x="555500" y="82407"/>
                            <a:pt x="520543" y="109934"/>
                            <a:pt x="487015" y="109934"/>
                          </a:cubicBezTo>
                          <a:cubicBezTo>
                            <a:pt x="448915" y="109934"/>
                            <a:pt x="408339" y="71929"/>
                            <a:pt x="410815" y="64214"/>
                          </a:cubicBezTo>
                          <a:cubicBezTo>
                            <a:pt x="418150" y="41259"/>
                            <a:pt x="404338" y="3730"/>
                            <a:pt x="380716" y="111"/>
                          </a:cubicBezTo>
                          <a:cubicBezTo>
                            <a:pt x="349379" y="-4557"/>
                            <a:pt x="184596" y="139938"/>
                            <a:pt x="73630" y="164036"/>
                          </a:cubicBezTo>
                          <a:lnTo>
                            <a:pt x="34197" y="177561"/>
                          </a:lnTo>
                          <a:cubicBezTo>
                            <a:pt x="13527" y="184610"/>
                            <a:pt x="-188" y="204136"/>
                            <a:pt x="2" y="225949"/>
                          </a:cubicBezTo>
                          <a:cubicBezTo>
                            <a:pt x="2" y="233664"/>
                            <a:pt x="6574" y="239760"/>
                            <a:pt x="14289" y="239760"/>
                          </a:cubicBezTo>
                          <a:lnTo>
                            <a:pt x="558643" y="239760"/>
                          </a:lnTo>
                          <a:cubicBezTo>
                            <a:pt x="577693" y="239760"/>
                            <a:pt x="594552" y="227091"/>
                            <a:pt x="599410" y="208708"/>
                          </a:cubicBezTo>
                          <a:cubicBezTo>
                            <a:pt x="606649" y="181086"/>
                            <a:pt x="611221" y="134985"/>
                            <a:pt x="592838" y="70786"/>
                          </a:cubicBezTo>
                          <a:close/>
                        </a:path>
                      </a:pathLst>
                    </a:custGeom>
                    <a:solidFill>
                      <a:schemeClr val="accent5"/>
                    </a:solidFill>
                    <a:ln cap="rnd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894" name="Google Shape;894;p42"/>
                    <p:cNvSpPr/>
                    <p:nvPr/>
                  </p:nvSpPr>
                  <p:spPr>
                    <a:xfrm>
                      <a:off x="5824103" y="5135593"/>
                      <a:ext cx="606196" cy="58197"/>
                    </a:xfrm>
                    <a:custGeom>
                      <a:rect b="b" l="l" r="r" t="t"/>
                      <a:pathLst>
                        <a:path extrusionOk="0" h="58197" w="606196">
                          <a:moveTo>
                            <a:pt x="2625" y="33052"/>
                          </a:moveTo>
                          <a:cubicBezTo>
                            <a:pt x="2625" y="33052"/>
                            <a:pt x="-3281" y="46767"/>
                            <a:pt x="2625" y="58198"/>
                          </a:cubicBezTo>
                          <a:lnTo>
                            <a:pt x="573268" y="58198"/>
                          </a:lnTo>
                          <a:cubicBezTo>
                            <a:pt x="582888" y="58198"/>
                            <a:pt x="592032" y="53149"/>
                            <a:pt x="596699" y="44672"/>
                          </a:cubicBezTo>
                          <a:cubicBezTo>
                            <a:pt x="602509" y="34099"/>
                            <a:pt x="608415" y="18097"/>
                            <a:pt x="605367" y="0"/>
                          </a:cubicBezTo>
                          <a:cubicBezTo>
                            <a:pt x="605367" y="0"/>
                            <a:pt x="496020" y="39529"/>
                            <a:pt x="2625" y="33052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 cap="rnd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grpSp>
              <p:nvGrpSpPr>
                <p:cNvPr id="895" name="Google Shape;895;p42"/>
                <p:cNvGrpSpPr/>
                <p:nvPr/>
              </p:nvGrpSpPr>
              <p:grpSpPr>
                <a:xfrm>
                  <a:off x="5645086" y="3225543"/>
                  <a:ext cx="826831" cy="1456183"/>
                  <a:chOff x="5645086" y="3225543"/>
                  <a:chExt cx="826831" cy="1456183"/>
                </a:xfrm>
              </p:grpSpPr>
              <p:sp>
                <p:nvSpPr>
                  <p:cNvPr id="896" name="Google Shape;896;p42"/>
                  <p:cNvSpPr/>
                  <p:nvPr/>
                </p:nvSpPr>
                <p:spPr>
                  <a:xfrm>
                    <a:off x="5645086" y="3225640"/>
                    <a:ext cx="826831" cy="1456086"/>
                  </a:xfrm>
                  <a:custGeom>
                    <a:rect b="b" l="l" r="r" t="t"/>
                    <a:pathLst>
                      <a:path extrusionOk="0" h="1456086" w="826831">
                        <a:moveTo>
                          <a:pt x="220313" y="45815"/>
                        </a:moveTo>
                        <a:lnTo>
                          <a:pt x="52197" y="763714"/>
                        </a:lnTo>
                        <a:lnTo>
                          <a:pt x="0" y="1456087"/>
                        </a:lnTo>
                        <a:lnTo>
                          <a:pt x="308229" y="1456087"/>
                        </a:lnTo>
                        <a:lnTo>
                          <a:pt x="383572" y="802386"/>
                        </a:lnTo>
                        <a:lnTo>
                          <a:pt x="451390" y="456343"/>
                        </a:lnTo>
                        <a:lnTo>
                          <a:pt x="439483" y="826770"/>
                        </a:lnTo>
                        <a:lnTo>
                          <a:pt x="503396" y="1456087"/>
                        </a:lnTo>
                        <a:lnTo>
                          <a:pt x="802005" y="1456087"/>
                        </a:lnTo>
                        <a:lnTo>
                          <a:pt x="774668" y="835057"/>
                        </a:lnTo>
                        <a:cubicBezTo>
                          <a:pt x="774668" y="835057"/>
                          <a:pt x="896303" y="363569"/>
                          <a:pt x="768096" y="0"/>
                        </a:cubicBezTo>
                        <a:lnTo>
                          <a:pt x="220313" y="45815"/>
                        </a:lnTo>
                        <a:close/>
                      </a:path>
                    </a:pathLst>
                  </a:custGeom>
                  <a:solidFill>
                    <a:schemeClr val="accent3"/>
                  </a:solidFill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897" name="Google Shape;897;p42"/>
                  <p:cNvGrpSpPr/>
                  <p:nvPr/>
                </p:nvGrpSpPr>
                <p:grpSpPr>
                  <a:xfrm>
                    <a:off x="5982341" y="3225543"/>
                    <a:ext cx="460025" cy="1454500"/>
                    <a:chOff x="5982341" y="3225543"/>
                    <a:chExt cx="460025" cy="1454500"/>
                  </a:xfrm>
                </p:grpSpPr>
                <p:sp>
                  <p:nvSpPr>
                    <p:cNvPr id="898" name="Google Shape;898;p42"/>
                    <p:cNvSpPr/>
                    <p:nvPr/>
                  </p:nvSpPr>
                  <p:spPr>
                    <a:xfrm>
                      <a:off x="6275489" y="3243738"/>
                      <a:ext cx="166877" cy="295656"/>
                    </a:xfrm>
                    <a:custGeom>
                      <a:rect b="b" l="l" r="r" t="t"/>
                      <a:pathLst>
                        <a:path extrusionOk="0" h="295656" w="166877">
                          <a:moveTo>
                            <a:pt x="0" y="0"/>
                          </a:moveTo>
                          <a:cubicBezTo>
                            <a:pt x="0" y="0"/>
                            <a:pt x="35909" y="293656"/>
                            <a:pt x="166878" y="295656"/>
                          </a:cubicBezTo>
                        </a:path>
                      </a:pathLst>
                    </a:custGeom>
                    <a:noFill/>
                    <a:ln cap="flat" cmpd="sng" w="9525">
                      <a:solidFill>
                        <a:schemeClr val="dk1"/>
                      </a:solidFill>
                      <a:prstDash val="solid"/>
                      <a:miter lim="8000"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899" name="Google Shape;899;p42"/>
                    <p:cNvSpPr/>
                    <p:nvPr/>
                  </p:nvSpPr>
                  <p:spPr>
                    <a:xfrm>
                      <a:off x="5982341" y="3557301"/>
                      <a:ext cx="114134" cy="864499"/>
                    </a:xfrm>
                    <a:custGeom>
                      <a:rect b="b" l="l" r="r" t="t"/>
                      <a:pathLst>
                        <a:path extrusionOk="0" h="864499" w="114134">
                          <a:moveTo>
                            <a:pt x="103086" y="0"/>
                          </a:moveTo>
                          <a:cubicBezTo>
                            <a:pt x="103086" y="0"/>
                            <a:pt x="-46933" y="409099"/>
                            <a:pt x="14980" y="724376"/>
                          </a:cubicBezTo>
                          <a:cubicBezTo>
                            <a:pt x="76892" y="1039654"/>
                            <a:pt x="14980" y="724376"/>
                            <a:pt x="14980" y="724376"/>
                          </a:cubicBezTo>
                          <a:lnTo>
                            <a:pt x="92132" y="334042"/>
                          </a:lnTo>
                          <a:lnTo>
                            <a:pt x="114135" y="159925"/>
                          </a:lnTo>
                          <a:lnTo>
                            <a:pt x="103181" y="0"/>
                          </a:lnTo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900" name="Google Shape;900;p42"/>
                    <p:cNvSpPr/>
                    <p:nvPr/>
                  </p:nvSpPr>
                  <p:spPr>
                    <a:xfrm>
                      <a:off x="6359366" y="3225543"/>
                      <a:ext cx="57882" cy="1442631"/>
                    </a:xfrm>
                    <a:custGeom>
                      <a:rect b="b" l="l" r="r" t="t"/>
                      <a:pathLst>
                        <a:path extrusionOk="0" h="1506664" w="57882">
                          <a:moveTo>
                            <a:pt x="0" y="0"/>
                          </a:moveTo>
                          <a:cubicBezTo>
                            <a:pt x="0" y="0"/>
                            <a:pt x="74676" y="179451"/>
                            <a:pt x="54388" y="358616"/>
                          </a:cubicBezTo>
                          <a:cubicBezTo>
                            <a:pt x="34195" y="537781"/>
                            <a:pt x="16859" y="835438"/>
                            <a:pt x="16859" y="835438"/>
                          </a:cubicBezTo>
                          <a:lnTo>
                            <a:pt x="39719" y="1506664"/>
                          </a:lnTo>
                        </a:path>
                      </a:pathLst>
                    </a:custGeom>
                    <a:noFill/>
                    <a:ln cap="rnd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901" name="Google Shape;901;p42"/>
                    <p:cNvSpPr/>
                    <p:nvPr/>
                  </p:nvSpPr>
                  <p:spPr>
                    <a:xfrm>
                      <a:off x="6305546" y="3237412"/>
                      <a:ext cx="57882" cy="1442631"/>
                    </a:xfrm>
                    <a:custGeom>
                      <a:rect b="b" l="l" r="r" t="t"/>
                      <a:pathLst>
                        <a:path extrusionOk="0" h="1506664" w="57882">
                          <a:moveTo>
                            <a:pt x="0" y="0"/>
                          </a:moveTo>
                          <a:cubicBezTo>
                            <a:pt x="0" y="0"/>
                            <a:pt x="74676" y="179451"/>
                            <a:pt x="54388" y="358616"/>
                          </a:cubicBezTo>
                          <a:cubicBezTo>
                            <a:pt x="34195" y="537781"/>
                            <a:pt x="16859" y="835438"/>
                            <a:pt x="16859" y="835438"/>
                          </a:cubicBezTo>
                          <a:lnTo>
                            <a:pt x="39719" y="1506664"/>
                          </a:lnTo>
                        </a:path>
                      </a:pathLst>
                    </a:custGeom>
                    <a:noFill/>
                    <a:ln cap="rnd" cmpd="sng" w="9525">
                      <a:solidFill>
                        <a:schemeClr val="dk2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</p:grpSp>
          <p:grpSp>
            <p:nvGrpSpPr>
              <p:cNvPr id="902" name="Google Shape;902;p42"/>
              <p:cNvGrpSpPr/>
              <p:nvPr/>
            </p:nvGrpSpPr>
            <p:grpSpPr>
              <a:xfrm>
                <a:off x="5697378" y="2418301"/>
                <a:ext cx="860869" cy="856232"/>
                <a:chOff x="5697378" y="2418301"/>
                <a:chExt cx="860869" cy="856232"/>
              </a:xfrm>
            </p:grpSpPr>
            <p:grpSp>
              <p:nvGrpSpPr>
                <p:cNvPr id="903" name="Google Shape;903;p42"/>
                <p:cNvGrpSpPr/>
                <p:nvPr/>
              </p:nvGrpSpPr>
              <p:grpSpPr>
                <a:xfrm>
                  <a:off x="5697378" y="2442419"/>
                  <a:ext cx="860869" cy="832114"/>
                  <a:chOff x="5697378" y="2442419"/>
                  <a:chExt cx="860869" cy="832114"/>
                </a:xfrm>
              </p:grpSpPr>
              <p:sp>
                <p:nvSpPr>
                  <p:cNvPr id="904" name="Google Shape;904;p42"/>
                  <p:cNvSpPr/>
                  <p:nvPr/>
                </p:nvSpPr>
                <p:spPr>
                  <a:xfrm>
                    <a:off x="5697378" y="2442419"/>
                    <a:ext cx="860869" cy="832114"/>
                  </a:xfrm>
                  <a:custGeom>
                    <a:rect b="b" l="l" r="r" t="t"/>
                    <a:pathLst>
                      <a:path extrusionOk="0" h="832114" w="860869">
                        <a:moveTo>
                          <a:pt x="326803" y="49510"/>
                        </a:moveTo>
                        <a:lnTo>
                          <a:pt x="362521" y="83991"/>
                        </a:lnTo>
                        <a:cubicBezTo>
                          <a:pt x="371761" y="92944"/>
                          <a:pt x="386810" y="91801"/>
                          <a:pt x="394621" y="81610"/>
                        </a:cubicBezTo>
                        <a:lnTo>
                          <a:pt x="457010" y="266"/>
                        </a:lnTo>
                        <a:cubicBezTo>
                          <a:pt x="457010" y="266"/>
                          <a:pt x="678942" y="-16879"/>
                          <a:pt x="860870" y="224009"/>
                        </a:cubicBezTo>
                        <a:lnTo>
                          <a:pt x="665893" y="415747"/>
                        </a:lnTo>
                        <a:cubicBezTo>
                          <a:pt x="665893" y="415747"/>
                          <a:pt x="721043" y="635298"/>
                          <a:pt x="715899" y="783126"/>
                        </a:cubicBezTo>
                        <a:cubicBezTo>
                          <a:pt x="715899" y="783126"/>
                          <a:pt x="290417" y="846848"/>
                          <a:pt x="168116" y="828941"/>
                        </a:cubicBezTo>
                        <a:cubicBezTo>
                          <a:pt x="168116" y="828941"/>
                          <a:pt x="188119" y="512997"/>
                          <a:pt x="193453" y="439083"/>
                        </a:cubicBezTo>
                        <a:cubicBezTo>
                          <a:pt x="193453" y="439083"/>
                          <a:pt x="50959" y="418700"/>
                          <a:pt x="0" y="385552"/>
                        </a:cubicBezTo>
                        <a:cubicBezTo>
                          <a:pt x="0" y="385552"/>
                          <a:pt x="136398" y="94659"/>
                          <a:pt x="326898" y="49320"/>
                        </a:cubicBezTo>
                        <a:close/>
                      </a:path>
                    </a:pathLst>
                  </a:custGeom>
                  <a:solidFill>
                    <a:srgbClr val="FF7300"/>
                  </a:solidFill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905" name="Google Shape;905;p42"/>
                  <p:cNvGrpSpPr/>
                  <p:nvPr/>
                </p:nvGrpSpPr>
                <p:grpSpPr>
                  <a:xfrm>
                    <a:off x="5782437" y="2723578"/>
                    <a:ext cx="660653" cy="355281"/>
                    <a:chOff x="5782437" y="2723578"/>
                    <a:chExt cx="660653" cy="355281"/>
                  </a:xfrm>
                </p:grpSpPr>
                <p:sp>
                  <p:nvSpPr>
                    <p:cNvPr id="906" name="Google Shape;906;p42"/>
                    <p:cNvSpPr/>
                    <p:nvPr/>
                  </p:nvSpPr>
                  <p:spPr>
                    <a:xfrm>
                      <a:off x="5888926" y="2753010"/>
                      <a:ext cx="14287" cy="154781"/>
                    </a:xfrm>
                    <a:custGeom>
                      <a:rect b="b" l="l" r="r" t="t"/>
                      <a:pathLst>
                        <a:path extrusionOk="0" h="154781" w="14287">
                          <a:moveTo>
                            <a:pt x="14288" y="0"/>
                          </a:moveTo>
                          <a:cubicBezTo>
                            <a:pt x="14288" y="0"/>
                            <a:pt x="381" y="78772"/>
                            <a:pt x="0" y="154781"/>
                          </a:cubicBezTo>
                        </a:path>
                      </a:pathLst>
                    </a:custGeom>
                    <a:noFill/>
                    <a:ln cap="rnd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907" name="Google Shape;907;p42"/>
                    <p:cNvSpPr/>
                    <p:nvPr/>
                  </p:nvSpPr>
                  <p:spPr>
                    <a:xfrm>
                      <a:off x="5782437" y="2773584"/>
                      <a:ext cx="117538" cy="169354"/>
                    </a:xfrm>
                    <a:custGeom>
                      <a:rect b="b" l="l" r="r" t="t"/>
                      <a:pathLst>
                        <a:path extrusionOk="0" h="169354" w="117538">
                          <a:moveTo>
                            <a:pt x="117539" y="0"/>
                          </a:moveTo>
                          <a:cubicBezTo>
                            <a:pt x="117539" y="0"/>
                            <a:pt x="23717" y="94583"/>
                            <a:pt x="0" y="142494"/>
                          </a:cubicBezTo>
                          <a:lnTo>
                            <a:pt x="106490" y="169354"/>
                          </a:lnTo>
                          <a:lnTo>
                            <a:pt x="117539" y="95"/>
                          </a:lnTo>
                          <a:close/>
                        </a:path>
                      </a:pathLst>
                    </a:custGeom>
                    <a:solidFill>
                      <a:srgbClr val="000000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908" name="Google Shape;908;p42"/>
                    <p:cNvSpPr/>
                    <p:nvPr/>
                  </p:nvSpPr>
                  <p:spPr>
                    <a:xfrm>
                      <a:off x="6268212" y="2723578"/>
                      <a:ext cx="91154" cy="103631"/>
                    </a:xfrm>
                    <a:custGeom>
                      <a:rect b="b" l="l" r="r" t="t"/>
                      <a:pathLst>
                        <a:path extrusionOk="0" h="103631" w="91154">
                          <a:moveTo>
                            <a:pt x="0" y="0"/>
                          </a:moveTo>
                          <a:lnTo>
                            <a:pt x="91154" y="103632"/>
                          </a:lnTo>
                        </a:path>
                      </a:pathLst>
                    </a:custGeom>
                    <a:noFill/>
                    <a:ln cap="rnd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909" name="Google Shape;909;p42"/>
                    <p:cNvSpPr/>
                    <p:nvPr/>
                  </p:nvSpPr>
                  <p:spPr>
                    <a:xfrm>
                      <a:off x="6283928" y="2743961"/>
                      <a:ext cx="159162" cy="334898"/>
                    </a:xfrm>
                    <a:custGeom>
                      <a:rect b="b" l="l" r="r" t="t"/>
                      <a:pathLst>
                        <a:path extrusionOk="0" h="334898" w="159162">
                          <a:moveTo>
                            <a:pt x="0" y="0"/>
                          </a:moveTo>
                          <a:cubicBezTo>
                            <a:pt x="0" y="0"/>
                            <a:pt x="12763" y="266129"/>
                            <a:pt x="111157" y="334899"/>
                          </a:cubicBezTo>
                          <a:lnTo>
                            <a:pt x="159163" y="177355"/>
                          </a:lnTo>
                          <a:lnTo>
                            <a:pt x="95" y="0"/>
                          </a:ln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>
                      <a:noFill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910" name="Google Shape;910;p42"/>
                  <p:cNvSpPr/>
                  <p:nvPr/>
                </p:nvSpPr>
                <p:spPr>
                  <a:xfrm>
                    <a:off x="5697378" y="2442419"/>
                    <a:ext cx="860869" cy="832114"/>
                  </a:xfrm>
                  <a:custGeom>
                    <a:rect b="b" l="l" r="r" t="t"/>
                    <a:pathLst>
                      <a:path extrusionOk="0" h="832114" w="860869">
                        <a:moveTo>
                          <a:pt x="326803" y="49510"/>
                        </a:moveTo>
                        <a:lnTo>
                          <a:pt x="362521" y="83991"/>
                        </a:lnTo>
                        <a:cubicBezTo>
                          <a:pt x="371761" y="92944"/>
                          <a:pt x="386810" y="91801"/>
                          <a:pt x="394621" y="81610"/>
                        </a:cubicBezTo>
                        <a:lnTo>
                          <a:pt x="457010" y="266"/>
                        </a:lnTo>
                        <a:cubicBezTo>
                          <a:pt x="457010" y="266"/>
                          <a:pt x="678942" y="-16879"/>
                          <a:pt x="860870" y="224009"/>
                        </a:cubicBezTo>
                        <a:lnTo>
                          <a:pt x="665893" y="415747"/>
                        </a:lnTo>
                        <a:cubicBezTo>
                          <a:pt x="665893" y="415747"/>
                          <a:pt x="721043" y="635298"/>
                          <a:pt x="715899" y="783126"/>
                        </a:cubicBezTo>
                        <a:cubicBezTo>
                          <a:pt x="715899" y="783126"/>
                          <a:pt x="290417" y="846848"/>
                          <a:pt x="168116" y="828941"/>
                        </a:cubicBezTo>
                        <a:cubicBezTo>
                          <a:pt x="168116" y="828941"/>
                          <a:pt x="188119" y="512997"/>
                          <a:pt x="193453" y="439083"/>
                        </a:cubicBezTo>
                        <a:cubicBezTo>
                          <a:pt x="193453" y="439083"/>
                          <a:pt x="50959" y="418700"/>
                          <a:pt x="0" y="385552"/>
                        </a:cubicBezTo>
                        <a:cubicBezTo>
                          <a:pt x="0" y="385552"/>
                          <a:pt x="136398" y="94659"/>
                          <a:pt x="326898" y="49320"/>
                        </a:cubicBezTo>
                        <a:close/>
                      </a:path>
                    </a:pathLst>
                  </a:custGeom>
                  <a:solidFill>
                    <a:schemeClr val="accent4"/>
                  </a:solidFill>
                  <a:ln cap="rnd" cmpd="sng" w="952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911" name="Google Shape;911;p42"/>
                <p:cNvGrpSpPr/>
                <p:nvPr/>
              </p:nvGrpSpPr>
              <p:grpSpPr>
                <a:xfrm>
                  <a:off x="6135052" y="2709209"/>
                  <a:ext cx="130641" cy="150535"/>
                  <a:chOff x="6135052" y="2709209"/>
                  <a:chExt cx="130641" cy="150535"/>
                </a:xfrm>
              </p:grpSpPr>
              <p:grpSp>
                <p:nvGrpSpPr>
                  <p:cNvPr id="912" name="Google Shape;912;p42"/>
                  <p:cNvGrpSpPr/>
                  <p:nvPr/>
                </p:nvGrpSpPr>
                <p:grpSpPr>
                  <a:xfrm>
                    <a:off x="6135052" y="2725836"/>
                    <a:ext cx="130641" cy="133908"/>
                    <a:chOff x="6135052" y="2725836"/>
                    <a:chExt cx="130641" cy="133908"/>
                  </a:xfrm>
                </p:grpSpPr>
                <p:sp>
                  <p:nvSpPr>
                    <p:cNvPr id="913" name="Google Shape;913;p42"/>
                    <p:cNvSpPr/>
                    <p:nvPr/>
                  </p:nvSpPr>
                  <p:spPr>
                    <a:xfrm>
                      <a:off x="6135052" y="2729007"/>
                      <a:ext cx="130641" cy="130737"/>
                    </a:xfrm>
                    <a:custGeom>
                      <a:rect b="b" l="l" r="r" t="t"/>
                      <a:pathLst>
                        <a:path extrusionOk="0" h="130737" w="130641">
                          <a:moveTo>
                            <a:pt x="86773" y="128778"/>
                          </a:moveTo>
                          <a:lnTo>
                            <a:pt x="86773" y="128778"/>
                          </a:lnTo>
                          <a:cubicBezTo>
                            <a:pt x="55340" y="137065"/>
                            <a:pt x="23241" y="118300"/>
                            <a:pt x="14954" y="86868"/>
                          </a:cubicBezTo>
                          <a:lnTo>
                            <a:pt x="0" y="30004"/>
                          </a:lnTo>
                          <a:lnTo>
                            <a:pt x="113729" y="0"/>
                          </a:lnTo>
                          <a:lnTo>
                            <a:pt x="128683" y="56864"/>
                          </a:lnTo>
                          <a:cubicBezTo>
                            <a:pt x="136970" y="88297"/>
                            <a:pt x="118205" y="120396"/>
                            <a:pt x="86773" y="128683"/>
                          </a:cubicBezTo>
                          <a:close/>
                        </a:path>
                      </a:pathLst>
                    </a:custGeom>
                    <a:solidFill>
                      <a:schemeClr val="lt1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grpSp>
                  <p:nvGrpSpPr>
                    <p:cNvPr id="914" name="Google Shape;914;p42"/>
                    <p:cNvGrpSpPr/>
                    <p:nvPr/>
                  </p:nvGrpSpPr>
                  <p:grpSpPr>
                    <a:xfrm>
                      <a:off x="6141652" y="2725836"/>
                      <a:ext cx="123794" cy="130972"/>
                      <a:chOff x="6141652" y="2725836"/>
                      <a:chExt cx="123794" cy="130972"/>
                    </a:xfrm>
                  </p:grpSpPr>
                  <p:sp>
                    <p:nvSpPr>
                      <p:cNvPr id="915" name="Google Shape;915;p42"/>
                      <p:cNvSpPr/>
                      <p:nvPr/>
                    </p:nvSpPr>
                    <p:spPr>
                      <a:xfrm rot="693194">
                        <a:off x="6148652" y="2735191"/>
                        <a:ext cx="101620" cy="79355"/>
                      </a:xfrm>
                      <a:custGeom>
                        <a:rect b="b" l="l" r="r" t="t"/>
                        <a:pathLst>
                          <a:path extrusionOk="0" h="79299" w="220024">
                            <a:moveTo>
                              <a:pt x="17763" y="78750"/>
                            </a:moveTo>
                            <a:cubicBezTo>
                              <a:pt x="81771" y="61891"/>
                              <a:pt x="145874" y="45031"/>
                              <a:pt x="209882" y="28077"/>
                            </a:cubicBezTo>
                            <a:cubicBezTo>
                              <a:pt x="227694" y="23410"/>
                              <a:pt x="220074" y="-4213"/>
                              <a:pt x="202262" y="550"/>
                            </a:cubicBezTo>
                            <a:cubicBezTo>
                              <a:pt x="138254" y="17409"/>
                              <a:pt x="74151" y="34268"/>
                              <a:pt x="10143" y="51223"/>
                            </a:cubicBezTo>
                            <a:cubicBezTo>
                              <a:pt x="-7669" y="55890"/>
                              <a:pt x="-49" y="83512"/>
                              <a:pt x="17763" y="78750"/>
                            </a:cubicBezTo>
                            <a:lnTo>
                              <a:pt x="17763" y="78750"/>
                            </a:lnTo>
                            <a:close/>
                          </a:path>
                        </a:pathLst>
                      </a:cu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  <p:sp>
                    <p:nvSpPr>
                      <p:cNvPr id="916" name="Google Shape;916;p42"/>
                      <p:cNvSpPr/>
                      <p:nvPr/>
                    </p:nvSpPr>
                    <p:spPr>
                      <a:xfrm rot="695005">
                        <a:off x="6159437" y="2774693"/>
                        <a:ext cx="99676" cy="72857"/>
                      </a:xfrm>
                      <a:custGeom>
                        <a:rect b="b" l="l" r="r" t="t"/>
                        <a:pathLst>
                          <a:path extrusionOk="0" h="85205" w="242598">
                            <a:moveTo>
                              <a:pt x="17762" y="84655"/>
                            </a:moveTo>
                            <a:cubicBezTo>
                              <a:pt x="89295" y="65796"/>
                              <a:pt x="160923" y="46936"/>
                              <a:pt x="232456" y="28077"/>
                            </a:cubicBezTo>
                            <a:cubicBezTo>
                              <a:pt x="250268" y="23410"/>
                              <a:pt x="242648" y="-4213"/>
                              <a:pt x="224836" y="550"/>
                            </a:cubicBezTo>
                            <a:cubicBezTo>
                              <a:pt x="153303" y="19409"/>
                              <a:pt x="81675" y="38269"/>
                              <a:pt x="10143" y="57128"/>
                            </a:cubicBezTo>
                            <a:cubicBezTo>
                              <a:pt x="-7669" y="61795"/>
                              <a:pt x="-49" y="89418"/>
                              <a:pt x="17762" y="84655"/>
                            </a:cubicBezTo>
                            <a:lnTo>
                              <a:pt x="17762" y="84655"/>
                            </a:lnTo>
                            <a:close/>
                          </a:path>
                        </a:pathLst>
                      </a:custGeom>
                      <a:solidFill>
                        <a:schemeClr val="accent1"/>
                      </a:solidFill>
                      <a:ln>
                        <a:noFill/>
                      </a:ln>
                    </p:spPr>
                    <p:txBody>
                      <a:bodyPr anchorCtr="0" anchor="ctr" bIns="45700" lIns="91425" spcFirstLastPara="1" rIns="91425" wrap="square" tIns="45700">
                        <a:noAutofit/>
                      </a:bodyPr>
                      <a:lstStyle/>
                      <a:p>
                        <a:pPr indent="0" lvl="0" marL="0" marR="0" rtl="0" algn="l">
                          <a:spcBef>
                            <a:spcPts val="0"/>
                          </a:spcBef>
                          <a:spcAft>
                            <a:spcPts val="0"/>
                          </a:spcAft>
                          <a:buNone/>
                        </a:pPr>
                        <a:r>
                          <a:t/>
                        </a:r>
                        <a:endParaRPr sz="180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endParaRPr>
                      </a:p>
                    </p:txBody>
                  </p:sp>
                </p:grpSp>
                <p:sp>
                  <p:nvSpPr>
                    <p:cNvPr id="917" name="Google Shape;917;p42"/>
                    <p:cNvSpPr/>
                    <p:nvPr/>
                  </p:nvSpPr>
                  <p:spPr>
                    <a:xfrm>
                      <a:off x="6135052" y="2729007"/>
                      <a:ext cx="130641" cy="130737"/>
                    </a:xfrm>
                    <a:custGeom>
                      <a:rect b="b" l="l" r="r" t="t"/>
                      <a:pathLst>
                        <a:path extrusionOk="0" h="130737" w="130641">
                          <a:moveTo>
                            <a:pt x="86773" y="128778"/>
                          </a:moveTo>
                          <a:lnTo>
                            <a:pt x="86773" y="128778"/>
                          </a:lnTo>
                          <a:cubicBezTo>
                            <a:pt x="55340" y="137065"/>
                            <a:pt x="23241" y="118300"/>
                            <a:pt x="14954" y="86868"/>
                          </a:cubicBezTo>
                          <a:lnTo>
                            <a:pt x="0" y="30004"/>
                          </a:lnTo>
                          <a:lnTo>
                            <a:pt x="113729" y="0"/>
                          </a:lnTo>
                          <a:lnTo>
                            <a:pt x="128683" y="56864"/>
                          </a:lnTo>
                          <a:cubicBezTo>
                            <a:pt x="136970" y="88297"/>
                            <a:pt x="118205" y="120396"/>
                            <a:pt x="86773" y="128683"/>
                          </a:cubicBezTo>
                          <a:close/>
                        </a:path>
                      </a:pathLst>
                    </a:custGeom>
                    <a:noFill/>
                    <a:ln cap="rnd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918" name="Google Shape;918;p42"/>
                  <p:cNvSpPr/>
                  <p:nvPr/>
                </p:nvSpPr>
                <p:spPr>
                  <a:xfrm>
                    <a:off x="6140972" y="2709209"/>
                    <a:ext cx="25417" cy="45800"/>
                  </a:xfrm>
                  <a:custGeom>
                    <a:rect b="b" l="l" r="r" t="t"/>
                    <a:pathLst>
                      <a:path extrusionOk="0" h="45800" w="25417">
                        <a:moveTo>
                          <a:pt x="25417" y="41610"/>
                        </a:moveTo>
                        <a:lnTo>
                          <a:pt x="9606" y="45801"/>
                        </a:lnTo>
                        <a:lnTo>
                          <a:pt x="271" y="10272"/>
                        </a:lnTo>
                        <a:cubicBezTo>
                          <a:pt x="-872" y="5891"/>
                          <a:pt x="1700" y="1414"/>
                          <a:pt x="6081" y="271"/>
                        </a:cubicBezTo>
                        <a:lnTo>
                          <a:pt x="6081" y="271"/>
                        </a:lnTo>
                        <a:cubicBezTo>
                          <a:pt x="10463" y="-872"/>
                          <a:pt x="14940" y="1700"/>
                          <a:pt x="16083" y="6081"/>
                        </a:cubicBezTo>
                        <a:lnTo>
                          <a:pt x="25417" y="41610"/>
                        </a:lnTo>
                        <a:close/>
                      </a:path>
                    </a:pathLst>
                  </a:custGeom>
                  <a:solidFill>
                    <a:schemeClr val="accent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19" name="Google Shape;919;p42"/>
                  <p:cNvSpPr/>
                  <p:nvPr/>
                </p:nvSpPr>
                <p:spPr>
                  <a:xfrm>
                    <a:off x="6152673" y="2731198"/>
                    <a:ext cx="11429" cy="43338"/>
                  </a:xfrm>
                  <a:custGeom>
                    <a:rect b="b" l="l" r="r" t="t"/>
                    <a:pathLst>
                      <a:path extrusionOk="0" h="43338" w="11429">
                        <a:moveTo>
                          <a:pt x="0" y="0"/>
                        </a:moveTo>
                        <a:lnTo>
                          <a:pt x="11430" y="43339"/>
                        </a:lnTo>
                      </a:path>
                    </a:pathLst>
                  </a:custGeom>
                  <a:noFill/>
                  <a:ln cap="rnd" cmpd="sng" w="952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920" name="Google Shape;920;p42"/>
                <p:cNvSpPr/>
                <p:nvPr/>
              </p:nvSpPr>
              <p:spPr>
                <a:xfrm>
                  <a:off x="6010467" y="2418301"/>
                  <a:ext cx="155330" cy="376237"/>
                </a:xfrm>
                <a:custGeom>
                  <a:rect b="b" l="l" r="r" t="t"/>
                  <a:pathLst>
                    <a:path extrusionOk="0" h="376237" w="155330">
                      <a:moveTo>
                        <a:pt x="7618" y="52007"/>
                      </a:moveTo>
                      <a:cubicBezTo>
                        <a:pt x="7618" y="52007"/>
                        <a:pt x="-33434" y="148685"/>
                        <a:pt x="75055" y="376238"/>
                      </a:cubicBezTo>
                      <a:cubicBezTo>
                        <a:pt x="75055" y="376238"/>
                        <a:pt x="194023" y="12478"/>
                        <a:pt x="142302" y="0"/>
                      </a:cubicBezTo>
                    </a:path>
                  </a:pathLst>
                </a:custGeom>
                <a:noFill/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921" name="Google Shape;921;p42"/>
                <p:cNvGrpSpPr/>
                <p:nvPr/>
              </p:nvGrpSpPr>
              <p:grpSpPr>
                <a:xfrm>
                  <a:off x="6046650" y="2760203"/>
                  <a:ext cx="77580" cy="140451"/>
                  <a:chOff x="6046650" y="2760203"/>
                  <a:chExt cx="77580" cy="140451"/>
                </a:xfrm>
              </p:grpSpPr>
              <p:sp>
                <p:nvSpPr>
                  <p:cNvPr id="922" name="Google Shape;922;p42"/>
                  <p:cNvSpPr/>
                  <p:nvPr/>
                </p:nvSpPr>
                <p:spPr>
                  <a:xfrm>
                    <a:off x="6046650" y="2760203"/>
                    <a:ext cx="77580" cy="140451"/>
                  </a:xfrm>
                  <a:custGeom>
                    <a:rect b="b" l="l" r="r" t="t"/>
                    <a:pathLst>
                      <a:path extrusionOk="0" h="140451" w="77580">
                        <a:moveTo>
                          <a:pt x="1725" y="48433"/>
                        </a:moveTo>
                        <a:cubicBezTo>
                          <a:pt x="-8372" y="10047"/>
                          <a:pt x="29157" y="1284"/>
                          <a:pt x="29157" y="1284"/>
                        </a:cubicBezTo>
                        <a:cubicBezTo>
                          <a:pt x="49731" y="-4145"/>
                          <a:pt x="70876" y="8142"/>
                          <a:pt x="76305" y="28716"/>
                        </a:cubicBezTo>
                        <a:cubicBezTo>
                          <a:pt x="80877" y="46051"/>
                          <a:pt x="72781" y="63578"/>
                          <a:pt x="57922" y="71959"/>
                        </a:cubicBezTo>
                        <a:lnTo>
                          <a:pt x="45730" y="133015"/>
                        </a:lnTo>
                        <a:cubicBezTo>
                          <a:pt x="45254" y="135396"/>
                          <a:pt x="43444" y="137301"/>
                          <a:pt x="41063" y="137968"/>
                        </a:cubicBezTo>
                        <a:lnTo>
                          <a:pt x="32491" y="140254"/>
                        </a:lnTo>
                        <a:cubicBezTo>
                          <a:pt x="29061" y="141111"/>
                          <a:pt x="25537" y="139111"/>
                          <a:pt x="24680" y="135682"/>
                        </a:cubicBezTo>
                        <a:lnTo>
                          <a:pt x="1629" y="48338"/>
                        </a:lnTo>
                        <a:close/>
                      </a:path>
                    </a:pathLst>
                  </a:custGeom>
                  <a:solidFill>
                    <a:schemeClr val="lt2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23" name="Google Shape;923;p42"/>
                  <p:cNvSpPr/>
                  <p:nvPr/>
                </p:nvSpPr>
                <p:spPr>
                  <a:xfrm>
                    <a:off x="6065345" y="2779314"/>
                    <a:ext cx="39021" cy="39021"/>
                  </a:xfrm>
                  <a:custGeom>
                    <a:rect b="b" l="l" r="r" t="t"/>
                    <a:pathLst>
                      <a:path extrusionOk="0" h="39021" w="39021">
                        <a:moveTo>
                          <a:pt x="24464" y="38370"/>
                        </a:moveTo>
                        <a:cubicBezTo>
                          <a:pt x="34846" y="35608"/>
                          <a:pt x="41133" y="24940"/>
                          <a:pt x="38370" y="14558"/>
                        </a:cubicBezTo>
                        <a:cubicBezTo>
                          <a:pt x="35608" y="4175"/>
                          <a:pt x="24940" y="-2111"/>
                          <a:pt x="14558" y="651"/>
                        </a:cubicBezTo>
                        <a:cubicBezTo>
                          <a:pt x="4175" y="3413"/>
                          <a:pt x="-2111" y="14081"/>
                          <a:pt x="651" y="24464"/>
                        </a:cubicBezTo>
                        <a:cubicBezTo>
                          <a:pt x="3414" y="34846"/>
                          <a:pt x="14082" y="41132"/>
                          <a:pt x="24464" y="38370"/>
                        </a:cubicBezTo>
                        <a:close/>
                      </a:path>
                    </a:pathLst>
                  </a:custGeom>
                  <a:solidFill>
                    <a:schemeClr val="accent3"/>
                  </a:solidFill>
                  <a:ln cap="rnd" cmpd="sng" w="952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924" name="Google Shape;924;p42"/>
              <p:cNvSpPr/>
              <p:nvPr/>
            </p:nvSpPr>
            <p:spPr>
              <a:xfrm>
                <a:off x="6074473" y="3447859"/>
                <a:ext cx="22002" cy="234029"/>
              </a:xfrm>
              <a:custGeom>
                <a:rect b="b" l="l" r="r" t="t"/>
                <a:pathLst>
                  <a:path extrusionOk="0" h="234029" w="22002">
                    <a:moveTo>
                      <a:pt x="0" y="0"/>
                    </a:moveTo>
                    <a:lnTo>
                      <a:pt x="22003" y="234029"/>
                    </a:lnTo>
                  </a:path>
                </a:pathLst>
              </a:custGeom>
              <a:noFill/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25" name="Google Shape;925;p42"/>
              <p:cNvGrpSpPr/>
              <p:nvPr/>
            </p:nvGrpSpPr>
            <p:grpSpPr>
              <a:xfrm>
                <a:off x="5383911" y="3177814"/>
                <a:ext cx="1351070" cy="2016020"/>
                <a:chOff x="5383911" y="3177814"/>
                <a:chExt cx="1351070" cy="2016020"/>
              </a:xfrm>
            </p:grpSpPr>
            <p:sp>
              <p:nvSpPr>
                <p:cNvPr id="926" name="Google Shape;926;p42"/>
                <p:cNvSpPr/>
                <p:nvPr/>
              </p:nvSpPr>
              <p:spPr>
                <a:xfrm>
                  <a:off x="6126183" y="3177814"/>
                  <a:ext cx="236432" cy="156327"/>
                </a:xfrm>
                <a:custGeom>
                  <a:rect b="b" l="l" r="r" t="t"/>
                  <a:pathLst>
                    <a:path extrusionOk="0" h="156327" w="236432">
                      <a:moveTo>
                        <a:pt x="233278" y="144600"/>
                      </a:moveTo>
                      <a:lnTo>
                        <a:pt x="233278" y="144600"/>
                      </a:lnTo>
                      <a:cubicBezTo>
                        <a:pt x="226801" y="155840"/>
                        <a:pt x="212514" y="159650"/>
                        <a:pt x="201274" y="153173"/>
                      </a:cubicBezTo>
                      <a:lnTo>
                        <a:pt x="11727" y="43731"/>
                      </a:lnTo>
                      <a:cubicBezTo>
                        <a:pt x="487" y="37254"/>
                        <a:pt x="-3323" y="22966"/>
                        <a:pt x="3154" y="11727"/>
                      </a:cubicBezTo>
                      <a:lnTo>
                        <a:pt x="3154" y="11727"/>
                      </a:lnTo>
                      <a:cubicBezTo>
                        <a:pt x="9631" y="487"/>
                        <a:pt x="23919" y="-3323"/>
                        <a:pt x="35158" y="3154"/>
                      </a:cubicBezTo>
                      <a:lnTo>
                        <a:pt x="224706" y="112597"/>
                      </a:lnTo>
                      <a:cubicBezTo>
                        <a:pt x="235945" y="119074"/>
                        <a:pt x="239755" y="133361"/>
                        <a:pt x="233278" y="144600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27" name="Google Shape;927;p42"/>
                <p:cNvSpPr/>
                <p:nvPr/>
              </p:nvSpPr>
              <p:spPr>
                <a:xfrm>
                  <a:off x="5383911" y="3187211"/>
                  <a:ext cx="1351070" cy="2006623"/>
                </a:xfrm>
                <a:custGeom>
                  <a:rect b="b" l="l" r="r" t="t"/>
                  <a:pathLst>
                    <a:path extrusionOk="0" h="2006623" w="1351070">
                      <a:moveTo>
                        <a:pt x="745426" y="2329"/>
                      </a:moveTo>
                      <a:cubicBezTo>
                        <a:pt x="745426" y="2329"/>
                        <a:pt x="672370" y="-25960"/>
                        <a:pt x="655510" y="114629"/>
                      </a:cubicBezTo>
                      <a:cubicBezTo>
                        <a:pt x="638556" y="255218"/>
                        <a:pt x="1000506" y="908443"/>
                        <a:pt x="1236154" y="1252200"/>
                      </a:cubicBezTo>
                      <a:cubicBezTo>
                        <a:pt x="1471803" y="1595957"/>
                        <a:pt x="1357217" y="2011533"/>
                        <a:pt x="779050" y="2006580"/>
                      </a:cubicBezTo>
                      <a:lnTo>
                        <a:pt x="0" y="2006580"/>
                      </a:lnTo>
                    </a:path>
                  </a:pathLst>
                </a:custGeom>
                <a:noFill/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928" name="Google Shape;928;p42"/>
              <p:cNvGrpSpPr/>
              <p:nvPr/>
            </p:nvGrpSpPr>
            <p:grpSpPr>
              <a:xfrm>
                <a:off x="5640896" y="2639410"/>
                <a:ext cx="1020963" cy="694644"/>
                <a:chOff x="5640896" y="2639410"/>
                <a:chExt cx="1020963" cy="694644"/>
              </a:xfrm>
            </p:grpSpPr>
            <p:grpSp>
              <p:nvGrpSpPr>
                <p:cNvPr id="929" name="Google Shape;929;p42"/>
                <p:cNvGrpSpPr/>
                <p:nvPr/>
              </p:nvGrpSpPr>
              <p:grpSpPr>
                <a:xfrm>
                  <a:off x="5640896" y="2827210"/>
                  <a:ext cx="540944" cy="316983"/>
                  <a:chOff x="5640896" y="2827210"/>
                  <a:chExt cx="540944" cy="316983"/>
                </a:xfrm>
              </p:grpSpPr>
              <p:grpSp>
                <p:nvGrpSpPr>
                  <p:cNvPr id="930" name="Google Shape;930;p42"/>
                  <p:cNvGrpSpPr/>
                  <p:nvPr/>
                </p:nvGrpSpPr>
                <p:grpSpPr>
                  <a:xfrm>
                    <a:off x="5640896" y="2827210"/>
                    <a:ext cx="540944" cy="316983"/>
                    <a:chOff x="5640896" y="2827210"/>
                    <a:chExt cx="540944" cy="316983"/>
                  </a:xfrm>
                </p:grpSpPr>
                <p:sp>
                  <p:nvSpPr>
                    <p:cNvPr id="931" name="Google Shape;931;p42"/>
                    <p:cNvSpPr/>
                    <p:nvPr/>
                  </p:nvSpPr>
                  <p:spPr>
                    <a:xfrm>
                      <a:off x="5640896" y="2827210"/>
                      <a:ext cx="540944" cy="316983"/>
                    </a:xfrm>
                    <a:custGeom>
                      <a:rect b="b" l="l" r="r" t="t"/>
                      <a:pathLst>
                        <a:path extrusionOk="0" h="316983" w="540944">
                          <a:moveTo>
                            <a:pt x="64007" y="0"/>
                          </a:moveTo>
                          <a:lnTo>
                            <a:pt x="249840" y="54388"/>
                          </a:lnTo>
                          <a:lnTo>
                            <a:pt x="226598" y="129730"/>
                          </a:lnTo>
                          <a:lnTo>
                            <a:pt x="361282" y="110966"/>
                          </a:lnTo>
                          <a:cubicBezTo>
                            <a:pt x="361282" y="110966"/>
                            <a:pt x="413003" y="89059"/>
                            <a:pt x="438435" y="90106"/>
                          </a:cubicBezTo>
                          <a:cubicBezTo>
                            <a:pt x="463866" y="91154"/>
                            <a:pt x="508348" y="74200"/>
                            <a:pt x="511206" y="87154"/>
                          </a:cubicBezTo>
                          <a:cubicBezTo>
                            <a:pt x="513968" y="100013"/>
                            <a:pt x="477868" y="132778"/>
                            <a:pt x="477868" y="132778"/>
                          </a:cubicBezTo>
                          <a:cubicBezTo>
                            <a:pt x="477868" y="132778"/>
                            <a:pt x="539209" y="158782"/>
                            <a:pt x="540828" y="169640"/>
                          </a:cubicBezTo>
                          <a:cubicBezTo>
                            <a:pt x="542448" y="180499"/>
                            <a:pt x="526636" y="183547"/>
                            <a:pt x="526636" y="183547"/>
                          </a:cubicBezTo>
                          <a:cubicBezTo>
                            <a:pt x="526636" y="183547"/>
                            <a:pt x="527969" y="205454"/>
                            <a:pt x="508538" y="204883"/>
                          </a:cubicBezTo>
                          <a:cubicBezTo>
                            <a:pt x="508538" y="204883"/>
                            <a:pt x="514920" y="227933"/>
                            <a:pt x="493299" y="228505"/>
                          </a:cubicBezTo>
                          <a:cubicBezTo>
                            <a:pt x="493299" y="228505"/>
                            <a:pt x="497299" y="245459"/>
                            <a:pt x="478725" y="242602"/>
                          </a:cubicBezTo>
                          <a:cubicBezTo>
                            <a:pt x="478725" y="242602"/>
                            <a:pt x="414146" y="242792"/>
                            <a:pt x="381475" y="233363"/>
                          </a:cubicBezTo>
                          <a:lnTo>
                            <a:pt x="168591" y="309372"/>
                          </a:lnTo>
                          <a:cubicBezTo>
                            <a:pt x="67340" y="345567"/>
                            <a:pt x="-29815" y="246316"/>
                            <a:pt x="8571" y="145828"/>
                          </a:cubicBezTo>
                          <a:lnTo>
                            <a:pt x="64197" y="0"/>
                          </a:lnTo>
                          <a:close/>
                        </a:path>
                      </a:pathLst>
                    </a:custGeom>
                    <a:solidFill>
                      <a:srgbClr val="FFA499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932" name="Google Shape;932;p42"/>
                    <p:cNvSpPr/>
                    <p:nvPr/>
                  </p:nvSpPr>
                  <p:spPr>
                    <a:xfrm>
                      <a:off x="5640896" y="2827210"/>
                      <a:ext cx="540944" cy="316983"/>
                    </a:xfrm>
                    <a:custGeom>
                      <a:rect b="b" l="l" r="r" t="t"/>
                      <a:pathLst>
                        <a:path extrusionOk="0" h="316983" w="540944">
                          <a:moveTo>
                            <a:pt x="64007" y="0"/>
                          </a:moveTo>
                          <a:lnTo>
                            <a:pt x="249840" y="54388"/>
                          </a:lnTo>
                          <a:lnTo>
                            <a:pt x="226598" y="129730"/>
                          </a:lnTo>
                          <a:lnTo>
                            <a:pt x="361282" y="110966"/>
                          </a:lnTo>
                          <a:cubicBezTo>
                            <a:pt x="361282" y="110966"/>
                            <a:pt x="413003" y="89059"/>
                            <a:pt x="438435" y="90106"/>
                          </a:cubicBezTo>
                          <a:cubicBezTo>
                            <a:pt x="463866" y="91154"/>
                            <a:pt x="508348" y="74200"/>
                            <a:pt x="511206" y="87154"/>
                          </a:cubicBezTo>
                          <a:cubicBezTo>
                            <a:pt x="513968" y="100013"/>
                            <a:pt x="477868" y="132778"/>
                            <a:pt x="477868" y="132778"/>
                          </a:cubicBezTo>
                          <a:cubicBezTo>
                            <a:pt x="477868" y="132778"/>
                            <a:pt x="539209" y="158782"/>
                            <a:pt x="540828" y="169640"/>
                          </a:cubicBezTo>
                          <a:cubicBezTo>
                            <a:pt x="542448" y="180499"/>
                            <a:pt x="526636" y="183547"/>
                            <a:pt x="526636" y="183547"/>
                          </a:cubicBezTo>
                          <a:cubicBezTo>
                            <a:pt x="526636" y="183547"/>
                            <a:pt x="527969" y="205454"/>
                            <a:pt x="508538" y="204883"/>
                          </a:cubicBezTo>
                          <a:cubicBezTo>
                            <a:pt x="508538" y="204883"/>
                            <a:pt x="514920" y="227933"/>
                            <a:pt x="493299" y="228505"/>
                          </a:cubicBezTo>
                          <a:cubicBezTo>
                            <a:pt x="493299" y="228505"/>
                            <a:pt x="497299" y="245459"/>
                            <a:pt x="478725" y="242602"/>
                          </a:cubicBezTo>
                          <a:cubicBezTo>
                            <a:pt x="478725" y="242602"/>
                            <a:pt x="414146" y="242792"/>
                            <a:pt x="381475" y="233363"/>
                          </a:cubicBezTo>
                          <a:lnTo>
                            <a:pt x="168591" y="309372"/>
                          </a:lnTo>
                          <a:cubicBezTo>
                            <a:pt x="67340" y="345567"/>
                            <a:pt x="-29815" y="246316"/>
                            <a:pt x="8571" y="145828"/>
                          </a:cubicBezTo>
                          <a:lnTo>
                            <a:pt x="64197" y="0"/>
                          </a:lnTo>
                          <a:close/>
                        </a:path>
                      </a:pathLst>
                    </a:custGeom>
                    <a:noFill/>
                    <a:ln cap="rnd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933" name="Google Shape;933;p42"/>
                  <p:cNvSpPr/>
                  <p:nvPr/>
                </p:nvSpPr>
                <p:spPr>
                  <a:xfrm>
                    <a:off x="5808821" y="2956940"/>
                    <a:ext cx="58673" cy="8381"/>
                  </a:xfrm>
                  <a:custGeom>
                    <a:rect b="b" l="l" r="r" t="t"/>
                    <a:pathLst>
                      <a:path extrusionOk="0" h="8381" w="58673">
                        <a:moveTo>
                          <a:pt x="0" y="8382"/>
                        </a:moveTo>
                        <a:lnTo>
                          <a:pt x="58674" y="0"/>
                        </a:lnTo>
                      </a:path>
                    </a:pathLst>
                  </a:custGeom>
                  <a:noFill/>
                  <a:ln cap="rnd" cmpd="sng" w="952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934" name="Google Shape;934;p42"/>
                <p:cNvGrpSpPr/>
                <p:nvPr/>
              </p:nvGrpSpPr>
              <p:grpSpPr>
                <a:xfrm>
                  <a:off x="6136225" y="2666428"/>
                  <a:ext cx="525634" cy="667626"/>
                  <a:chOff x="6136225" y="2666428"/>
                  <a:chExt cx="525634" cy="667626"/>
                </a:xfrm>
              </p:grpSpPr>
              <p:grpSp>
                <p:nvGrpSpPr>
                  <p:cNvPr id="935" name="Google Shape;935;p42"/>
                  <p:cNvGrpSpPr/>
                  <p:nvPr/>
                </p:nvGrpSpPr>
                <p:grpSpPr>
                  <a:xfrm>
                    <a:off x="6136225" y="2666428"/>
                    <a:ext cx="525634" cy="667626"/>
                    <a:chOff x="6136225" y="2666428"/>
                    <a:chExt cx="525634" cy="667626"/>
                  </a:xfrm>
                </p:grpSpPr>
                <p:sp>
                  <p:nvSpPr>
                    <p:cNvPr id="936" name="Google Shape;936;p42"/>
                    <p:cNvSpPr/>
                    <p:nvPr/>
                  </p:nvSpPr>
                  <p:spPr>
                    <a:xfrm>
                      <a:off x="6136225" y="2666428"/>
                      <a:ext cx="525634" cy="667626"/>
                    </a:xfrm>
                    <a:custGeom>
                      <a:rect b="b" l="l" r="r" t="t"/>
                      <a:pathLst>
                        <a:path extrusionOk="0" h="667626" w="525634">
                          <a:moveTo>
                            <a:pt x="213425" y="591503"/>
                          </a:moveTo>
                          <a:lnTo>
                            <a:pt x="446312" y="398431"/>
                          </a:lnTo>
                          <a:cubicBezTo>
                            <a:pt x="530608" y="328517"/>
                            <a:pt x="550420" y="207169"/>
                            <a:pt x="492699" y="114109"/>
                          </a:cubicBezTo>
                          <a:lnTo>
                            <a:pt x="421928" y="0"/>
                          </a:lnTo>
                          <a:lnTo>
                            <a:pt x="238857" y="192024"/>
                          </a:lnTo>
                          <a:lnTo>
                            <a:pt x="323630" y="283559"/>
                          </a:lnTo>
                          <a:lnTo>
                            <a:pt x="115032" y="495110"/>
                          </a:lnTo>
                          <a:cubicBezTo>
                            <a:pt x="115032" y="495110"/>
                            <a:pt x="84076" y="499205"/>
                            <a:pt x="55787" y="503301"/>
                          </a:cubicBezTo>
                          <a:cubicBezTo>
                            <a:pt x="27402" y="507397"/>
                            <a:pt x="7400" y="492919"/>
                            <a:pt x="256" y="512921"/>
                          </a:cubicBezTo>
                          <a:cubicBezTo>
                            <a:pt x="-4697" y="526923"/>
                            <a:pt x="63883" y="546449"/>
                            <a:pt x="63883" y="546449"/>
                          </a:cubicBezTo>
                          <a:cubicBezTo>
                            <a:pt x="63883" y="546449"/>
                            <a:pt x="12638" y="590074"/>
                            <a:pt x="23402" y="608076"/>
                          </a:cubicBezTo>
                          <a:cubicBezTo>
                            <a:pt x="34165" y="626078"/>
                            <a:pt x="58454" y="613886"/>
                            <a:pt x="58454" y="613886"/>
                          </a:cubicBezTo>
                          <a:cubicBezTo>
                            <a:pt x="58454" y="613886"/>
                            <a:pt x="59883" y="646843"/>
                            <a:pt x="89315" y="635318"/>
                          </a:cubicBezTo>
                          <a:cubicBezTo>
                            <a:pt x="89315" y="635318"/>
                            <a:pt x="96458" y="660273"/>
                            <a:pt x="118271" y="651320"/>
                          </a:cubicBezTo>
                          <a:cubicBezTo>
                            <a:pt x="118271" y="651320"/>
                            <a:pt x="128939" y="674465"/>
                            <a:pt x="146750" y="665607"/>
                          </a:cubicBezTo>
                          <a:cubicBezTo>
                            <a:pt x="146750" y="665607"/>
                            <a:pt x="194661" y="622745"/>
                            <a:pt x="213425" y="591407"/>
                          </a:cubicBezTo>
                          <a:close/>
                        </a:path>
                      </a:pathLst>
                    </a:custGeom>
                    <a:solidFill>
                      <a:srgbClr val="FFA499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937" name="Google Shape;937;p42"/>
                    <p:cNvSpPr/>
                    <p:nvPr/>
                  </p:nvSpPr>
                  <p:spPr>
                    <a:xfrm>
                      <a:off x="6136225" y="2666428"/>
                      <a:ext cx="525634" cy="667626"/>
                    </a:xfrm>
                    <a:custGeom>
                      <a:rect b="b" l="l" r="r" t="t"/>
                      <a:pathLst>
                        <a:path extrusionOk="0" h="667626" w="525634">
                          <a:moveTo>
                            <a:pt x="213425" y="591503"/>
                          </a:moveTo>
                          <a:lnTo>
                            <a:pt x="446312" y="398431"/>
                          </a:lnTo>
                          <a:cubicBezTo>
                            <a:pt x="530608" y="328517"/>
                            <a:pt x="550420" y="207169"/>
                            <a:pt x="492699" y="114109"/>
                          </a:cubicBezTo>
                          <a:lnTo>
                            <a:pt x="421928" y="0"/>
                          </a:lnTo>
                          <a:lnTo>
                            <a:pt x="238857" y="192024"/>
                          </a:lnTo>
                          <a:lnTo>
                            <a:pt x="323630" y="283559"/>
                          </a:lnTo>
                          <a:lnTo>
                            <a:pt x="115032" y="495110"/>
                          </a:lnTo>
                          <a:cubicBezTo>
                            <a:pt x="115032" y="495110"/>
                            <a:pt x="84076" y="499205"/>
                            <a:pt x="55787" y="503301"/>
                          </a:cubicBezTo>
                          <a:cubicBezTo>
                            <a:pt x="27402" y="507397"/>
                            <a:pt x="7400" y="492919"/>
                            <a:pt x="256" y="512921"/>
                          </a:cubicBezTo>
                          <a:cubicBezTo>
                            <a:pt x="-4697" y="526923"/>
                            <a:pt x="63883" y="546449"/>
                            <a:pt x="63883" y="546449"/>
                          </a:cubicBezTo>
                          <a:cubicBezTo>
                            <a:pt x="63883" y="546449"/>
                            <a:pt x="12638" y="590074"/>
                            <a:pt x="23402" y="608076"/>
                          </a:cubicBezTo>
                          <a:cubicBezTo>
                            <a:pt x="34165" y="626078"/>
                            <a:pt x="58454" y="613886"/>
                            <a:pt x="58454" y="613886"/>
                          </a:cubicBezTo>
                          <a:cubicBezTo>
                            <a:pt x="58454" y="613886"/>
                            <a:pt x="59883" y="646843"/>
                            <a:pt x="89315" y="635318"/>
                          </a:cubicBezTo>
                          <a:cubicBezTo>
                            <a:pt x="89315" y="635318"/>
                            <a:pt x="96458" y="660273"/>
                            <a:pt x="118271" y="651320"/>
                          </a:cubicBezTo>
                          <a:cubicBezTo>
                            <a:pt x="118271" y="651320"/>
                            <a:pt x="128939" y="674465"/>
                            <a:pt x="146750" y="665607"/>
                          </a:cubicBezTo>
                          <a:cubicBezTo>
                            <a:pt x="146750" y="665607"/>
                            <a:pt x="194661" y="622745"/>
                            <a:pt x="213425" y="591407"/>
                          </a:cubicBezTo>
                          <a:close/>
                        </a:path>
                      </a:pathLst>
                    </a:custGeom>
                    <a:noFill/>
                    <a:ln cap="rnd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938" name="Google Shape;938;p42"/>
                  <p:cNvSpPr/>
                  <p:nvPr/>
                </p:nvSpPr>
                <p:spPr>
                  <a:xfrm>
                    <a:off x="6459855" y="2916078"/>
                    <a:ext cx="43719" cy="33909"/>
                  </a:xfrm>
                  <a:custGeom>
                    <a:rect b="b" l="l" r="r" t="t"/>
                    <a:pathLst>
                      <a:path extrusionOk="0" h="33909" w="43719">
                        <a:moveTo>
                          <a:pt x="0" y="33909"/>
                        </a:moveTo>
                        <a:lnTo>
                          <a:pt x="43720" y="0"/>
                        </a:lnTo>
                      </a:path>
                    </a:pathLst>
                  </a:custGeom>
                  <a:noFill/>
                  <a:ln cap="rnd" cmpd="sng" w="952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939" name="Google Shape;939;p42"/>
                <p:cNvSpPr/>
                <p:nvPr/>
              </p:nvSpPr>
              <p:spPr>
                <a:xfrm>
                  <a:off x="6328794" y="2639410"/>
                  <a:ext cx="245945" cy="237798"/>
                </a:xfrm>
                <a:custGeom>
                  <a:rect b="b" l="l" r="r" t="t"/>
                  <a:pathLst>
                    <a:path extrusionOk="0" h="237798" w="245945">
                      <a:moveTo>
                        <a:pt x="2949" y="191991"/>
                      </a:moveTo>
                      <a:lnTo>
                        <a:pt x="39811" y="233806"/>
                      </a:lnTo>
                      <a:cubicBezTo>
                        <a:pt x="44383" y="238949"/>
                        <a:pt x="52289" y="239140"/>
                        <a:pt x="57147" y="234282"/>
                      </a:cubicBezTo>
                      <a:lnTo>
                        <a:pt x="242503" y="47592"/>
                      </a:lnTo>
                      <a:cubicBezTo>
                        <a:pt x="246599" y="43496"/>
                        <a:pt x="247075" y="37019"/>
                        <a:pt x="243741" y="32352"/>
                      </a:cubicBezTo>
                      <a:lnTo>
                        <a:pt x="224025" y="4920"/>
                      </a:lnTo>
                      <a:cubicBezTo>
                        <a:pt x="220024" y="-700"/>
                        <a:pt x="212023" y="-1652"/>
                        <a:pt x="206689" y="2824"/>
                      </a:cubicBezTo>
                      <a:lnTo>
                        <a:pt x="4188" y="175132"/>
                      </a:lnTo>
                      <a:cubicBezTo>
                        <a:pt x="-860" y="179418"/>
                        <a:pt x="-1432" y="187038"/>
                        <a:pt x="2949" y="191991"/>
                      </a:cubicBezTo>
                      <a:close/>
                    </a:path>
                  </a:pathLst>
                </a:custGeom>
                <a:solidFill>
                  <a:schemeClr val="dk2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40" name="Google Shape;940;p42"/>
                <p:cNvSpPr/>
                <p:nvPr/>
              </p:nvSpPr>
              <p:spPr>
                <a:xfrm>
                  <a:off x="5680138" y="2801737"/>
                  <a:ext cx="215646" cy="106148"/>
                </a:xfrm>
                <a:custGeom>
                  <a:rect b="b" l="l" r="r" t="t"/>
                  <a:pathLst>
                    <a:path extrusionOk="0" h="106148" w="215646">
                      <a:moveTo>
                        <a:pt x="215646" y="65572"/>
                      </a:moveTo>
                      <a:lnTo>
                        <a:pt x="208693" y="106149"/>
                      </a:lnTo>
                      <a:cubicBezTo>
                        <a:pt x="208693" y="106149"/>
                        <a:pt x="55054" y="84146"/>
                        <a:pt x="2572" y="36140"/>
                      </a:cubicBezTo>
                      <a:cubicBezTo>
                        <a:pt x="-286" y="33473"/>
                        <a:pt x="-762" y="29092"/>
                        <a:pt x="1143" y="25758"/>
                      </a:cubicBezTo>
                      <a:lnTo>
                        <a:pt x="13430" y="4327"/>
                      </a:lnTo>
                      <a:cubicBezTo>
                        <a:pt x="15526" y="707"/>
                        <a:pt x="19812" y="-912"/>
                        <a:pt x="23717" y="517"/>
                      </a:cubicBezTo>
                      <a:lnTo>
                        <a:pt x="215551" y="65668"/>
                      </a:lnTo>
                      <a:close/>
                    </a:path>
                  </a:pathLst>
                </a:custGeom>
                <a:solidFill>
                  <a:schemeClr val="dk2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941" name="Google Shape;941;p42"/>
              <p:cNvGrpSpPr/>
              <p:nvPr/>
            </p:nvGrpSpPr>
            <p:grpSpPr>
              <a:xfrm>
                <a:off x="5289807" y="2915221"/>
                <a:ext cx="900775" cy="2191987"/>
                <a:chOff x="5289807" y="2915221"/>
                <a:chExt cx="900775" cy="2191987"/>
              </a:xfrm>
            </p:grpSpPr>
            <p:sp>
              <p:nvSpPr>
                <p:cNvPr id="942" name="Google Shape;942;p42"/>
                <p:cNvSpPr/>
                <p:nvPr/>
              </p:nvSpPr>
              <p:spPr>
                <a:xfrm>
                  <a:off x="5988938" y="2915221"/>
                  <a:ext cx="201644" cy="201644"/>
                </a:xfrm>
                <a:custGeom>
                  <a:rect b="b" l="l" r="r" t="t"/>
                  <a:pathLst>
                    <a:path extrusionOk="0" h="201644" w="201644">
                      <a:moveTo>
                        <a:pt x="194786" y="6858"/>
                      </a:moveTo>
                      <a:lnTo>
                        <a:pt x="194786" y="6858"/>
                      </a:lnTo>
                      <a:cubicBezTo>
                        <a:pt x="203930" y="16002"/>
                        <a:pt x="203930" y="30861"/>
                        <a:pt x="194786" y="40005"/>
                      </a:cubicBezTo>
                      <a:lnTo>
                        <a:pt x="40005" y="194786"/>
                      </a:lnTo>
                      <a:cubicBezTo>
                        <a:pt x="30861" y="203930"/>
                        <a:pt x="16002" y="203930"/>
                        <a:pt x="6858" y="194786"/>
                      </a:cubicBezTo>
                      <a:lnTo>
                        <a:pt x="6858" y="194786"/>
                      </a:lnTo>
                      <a:cubicBezTo>
                        <a:pt x="-2286" y="185642"/>
                        <a:pt x="-2286" y="170783"/>
                        <a:pt x="6858" y="161639"/>
                      </a:cubicBezTo>
                      <a:lnTo>
                        <a:pt x="161639" y="6858"/>
                      </a:lnTo>
                      <a:cubicBezTo>
                        <a:pt x="170783" y="-2286"/>
                        <a:pt x="185642" y="-2286"/>
                        <a:pt x="194786" y="6858"/>
                      </a:cubicBezTo>
                      <a:close/>
                    </a:path>
                  </a:pathLst>
                </a:custGeom>
                <a:solidFill>
                  <a:schemeClr val="lt2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43" name="Google Shape;943;p42"/>
                <p:cNvSpPr/>
                <p:nvPr/>
              </p:nvSpPr>
              <p:spPr>
                <a:xfrm>
                  <a:off x="5289807" y="3114769"/>
                  <a:ext cx="725325" cy="1992439"/>
                </a:xfrm>
                <a:custGeom>
                  <a:rect b="b" l="l" r="r" t="t"/>
                  <a:pathLst>
                    <a:path extrusionOk="0" h="1992439" w="725325">
                      <a:moveTo>
                        <a:pt x="67339" y="1992439"/>
                      </a:moveTo>
                      <a:cubicBezTo>
                        <a:pt x="8855" y="1780699"/>
                        <a:pt x="-101063" y="1226058"/>
                        <a:pt x="211738" y="838867"/>
                      </a:cubicBezTo>
                      <a:cubicBezTo>
                        <a:pt x="605596" y="351377"/>
                        <a:pt x="725326" y="0"/>
                        <a:pt x="725326" y="0"/>
                      </a:cubicBezTo>
                    </a:path>
                  </a:pathLst>
                </a:custGeom>
                <a:noFill/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</p:grpSp>
        <p:sp>
          <p:nvSpPr>
            <p:cNvPr id="944" name="Google Shape;944;p42"/>
            <p:cNvSpPr/>
            <p:nvPr/>
          </p:nvSpPr>
          <p:spPr>
            <a:xfrm rot="968104">
              <a:off x="7406574" y="1905226"/>
              <a:ext cx="32150" cy="50025"/>
            </a:xfrm>
            <a:custGeom>
              <a:rect b="b" l="l" r="r" t="t"/>
              <a:pathLst>
                <a:path extrusionOk="0" h="2001" w="1286">
                  <a:moveTo>
                    <a:pt x="0" y="786"/>
                  </a:moveTo>
                  <a:lnTo>
                    <a:pt x="1286" y="0"/>
                  </a:lnTo>
                  <a:lnTo>
                    <a:pt x="786" y="200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</p:sp>
      </p:grpSp>
      <p:grpSp>
        <p:nvGrpSpPr>
          <p:cNvPr id="945" name="Google Shape;945;p42"/>
          <p:cNvGrpSpPr/>
          <p:nvPr/>
        </p:nvGrpSpPr>
        <p:grpSpPr>
          <a:xfrm flipH="1">
            <a:off x="7218667" y="2341618"/>
            <a:ext cx="1667956" cy="2253536"/>
            <a:chOff x="5344892" y="2350468"/>
            <a:chExt cx="1667956" cy="2253536"/>
          </a:xfrm>
        </p:grpSpPr>
        <p:grpSp>
          <p:nvGrpSpPr>
            <p:cNvPr id="946" name="Google Shape;946;p42"/>
            <p:cNvGrpSpPr/>
            <p:nvPr/>
          </p:nvGrpSpPr>
          <p:grpSpPr>
            <a:xfrm flipH="1">
              <a:off x="5344892" y="2350468"/>
              <a:ext cx="1667956" cy="2253536"/>
              <a:chOff x="6592506" y="2860308"/>
              <a:chExt cx="1727199" cy="2333578"/>
            </a:xfrm>
          </p:grpSpPr>
          <p:grpSp>
            <p:nvGrpSpPr>
              <p:cNvPr id="947" name="Google Shape;947;p42"/>
              <p:cNvGrpSpPr/>
              <p:nvPr/>
            </p:nvGrpSpPr>
            <p:grpSpPr>
              <a:xfrm>
                <a:off x="7281447" y="2860308"/>
                <a:ext cx="407671" cy="439063"/>
                <a:chOff x="7281447" y="2860308"/>
                <a:chExt cx="407671" cy="439063"/>
              </a:xfrm>
            </p:grpSpPr>
            <p:grpSp>
              <p:nvGrpSpPr>
                <p:cNvPr id="948" name="Google Shape;948;p42"/>
                <p:cNvGrpSpPr/>
                <p:nvPr/>
              </p:nvGrpSpPr>
              <p:grpSpPr>
                <a:xfrm>
                  <a:off x="7281447" y="2860308"/>
                  <a:ext cx="364707" cy="439063"/>
                  <a:chOff x="7281447" y="2860308"/>
                  <a:chExt cx="364707" cy="439063"/>
                </a:xfrm>
              </p:grpSpPr>
              <p:sp>
                <p:nvSpPr>
                  <p:cNvPr id="949" name="Google Shape;949;p42"/>
                  <p:cNvSpPr/>
                  <p:nvPr/>
                </p:nvSpPr>
                <p:spPr>
                  <a:xfrm rot="-4253141">
                    <a:off x="7325288" y="2893672"/>
                    <a:ext cx="277026" cy="289982"/>
                  </a:xfrm>
                  <a:custGeom>
                    <a:rect b="b" l="l" r="r" t="t"/>
                    <a:pathLst>
                      <a:path extrusionOk="0" h="289941" w="276987">
                        <a:moveTo>
                          <a:pt x="276987" y="144971"/>
                        </a:moveTo>
                        <a:cubicBezTo>
                          <a:pt x="276987" y="225035"/>
                          <a:pt x="214982" y="289941"/>
                          <a:pt x="138494" y="289941"/>
                        </a:cubicBezTo>
                        <a:cubicBezTo>
                          <a:pt x="62006" y="289941"/>
                          <a:pt x="0" y="225035"/>
                          <a:pt x="0" y="144971"/>
                        </a:cubicBezTo>
                        <a:cubicBezTo>
                          <a:pt x="0" y="64905"/>
                          <a:pt x="62006" y="0"/>
                          <a:pt x="138494" y="0"/>
                        </a:cubicBezTo>
                        <a:cubicBezTo>
                          <a:pt x="214981" y="0"/>
                          <a:pt x="276987" y="64905"/>
                          <a:pt x="276987" y="144971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950" name="Google Shape;950;p42"/>
                  <p:cNvGrpSpPr/>
                  <p:nvPr/>
                </p:nvGrpSpPr>
                <p:grpSpPr>
                  <a:xfrm>
                    <a:off x="7311202" y="2927171"/>
                    <a:ext cx="235840" cy="372200"/>
                    <a:chOff x="7311202" y="2927171"/>
                    <a:chExt cx="235840" cy="372200"/>
                  </a:xfrm>
                </p:grpSpPr>
                <p:sp>
                  <p:nvSpPr>
                    <p:cNvPr id="951" name="Google Shape;951;p42"/>
                    <p:cNvSpPr/>
                    <p:nvPr/>
                  </p:nvSpPr>
                  <p:spPr>
                    <a:xfrm>
                      <a:off x="7311202" y="2927171"/>
                      <a:ext cx="235840" cy="372200"/>
                    </a:xfrm>
                    <a:custGeom>
                      <a:rect b="b" l="l" r="r" t="t"/>
                      <a:pathLst>
                        <a:path extrusionOk="0" h="372200" w="235840">
                          <a:moveTo>
                            <a:pt x="1235" y="136544"/>
                          </a:moveTo>
                          <a:lnTo>
                            <a:pt x="9141" y="86919"/>
                          </a:lnTo>
                          <a:cubicBezTo>
                            <a:pt x="13618" y="58915"/>
                            <a:pt x="29143" y="35293"/>
                            <a:pt x="50575" y="19768"/>
                          </a:cubicBezTo>
                          <a:cubicBezTo>
                            <a:pt x="72006" y="4242"/>
                            <a:pt x="99343" y="-3188"/>
                            <a:pt x="127346" y="1289"/>
                          </a:cubicBezTo>
                          <a:cubicBezTo>
                            <a:pt x="183353" y="10243"/>
                            <a:pt x="221929" y="63392"/>
                            <a:pt x="213071" y="119494"/>
                          </a:cubicBezTo>
                          <a:lnTo>
                            <a:pt x="210499" y="135687"/>
                          </a:lnTo>
                          <a:cubicBezTo>
                            <a:pt x="210499" y="135687"/>
                            <a:pt x="210690" y="136925"/>
                            <a:pt x="210499" y="138639"/>
                          </a:cubicBezTo>
                          <a:cubicBezTo>
                            <a:pt x="224596" y="140545"/>
                            <a:pt x="235550" y="152260"/>
                            <a:pt x="235836" y="166929"/>
                          </a:cubicBezTo>
                          <a:cubicBezTo>
                            <a:pt x="236121" y="183026"/>
                            <a:pt x="223358" y="196361"/>
                            <a:pt x="207261" y="196742"/>
                          </a:cubicBezTo>
                          <a:cubicBezTo>
                            <a:pt x="203546" y="196742"/>
                            <a:pt x="200117" y="196171"/>
                            <a:pt x="196783" y="194932"/>
                          </a:cubicBezTo>
                          <a:cubicBezTo>
                            <a:pt x="182401" y="249034"/>
                            <a:pt x="162017" y="320567"/>
                            <a:pt x="162017" y="320567"/>
                          </a:cubicBezTo>
                          <a:cubicBezTo>
                            <a:pt x="156683" y="353809"/>
                            <a:pt x="125155" y="376764"/>
                            <a:pt x="91818" y="371431"/>
                          </a:cubicBezTo>
                          <a:cubicBezTo>
                            <a:pt x="58576" y="366097"/>
                            <a:pt x="35620" y="334569"/>
                            <a:pt x="40954" y="301231"/>
                          </a:cubicBezTo>
                          <a:lnTo>
                            <a:pt x="50479" y="241700"/>
                          </a:lnTo>
                          <a:cubicBezTo>
                            <a:pt x="46193" y="239128"/>
                            <a:pt x="42097" y="236271"/>
                            <a:pt x="38192" y="233032"/>
                          </a:cubicBezTo>
                          <a:cubicBezTo>
                            <a:pt x="31905" y="227889"/>
                            <a:pt x="26190" y="221983"/>
                            <a:pt x="21237" y="215506"/>
                          </a:cubicBezTo>
                          <a:cubicBezTo>
                            <a:pt x="9617" y="200266"/>
                            <a:pt x="2187" y="181788"/>
                            <a:pt x="378" y="162166"/>
                          </a:cubicBezTo>
                          <a:cubicBezTo>
                            <a:pt x="378" y="161690"/>
                            <a:pt x="378" y="161214"/>
                            <a:pt x="282" y="160738"/>
                          </a:cubicBezTo>
                          <a:cubicBezTo>
                            <a:pt x="-289" y="152927"/>
                            <a:pt x="-3" y="144926"/>
                            <a:pt x="1235" y="136830"/>
                          </a:cubicBezTo>
                          <a:close/>
                        </a:path>
                      </a:pathLst>
                    </a:custGeom>
                    <a:solidFill>
                      <a:srgbClr val="C27245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952" name="Google Shape;952;p42"/>
                    <p:cNvSpPr/>
                    <p:nvPr/>
                  </p:nvSpPr>
                  <p:spPr>
                    <a:xfrm>
                      <a:off x="7311202" y="2927171"/>
                      <a:ext cx="235840" cy="372200"/>
                    </a:xfrm>
                    <a:custGeom>
                      <a:rect b="b" l="l" r="r" t="t"/>
                      <a:pathLst>
                        <a:path extrusionOk="0" h="372200" w="235840">
                          <a:moveTo>
                            <a:pt x="1235" y="136544"/>
                          </a:moveTo>
                          <a:lnTo>
                            <a:pt x="9141" y="86919"/>
                          </a:lnTo>
                          <a:cubicBezTo>
                            <a:pt x="13618" y="58915"/>
                            <a:pt x="29143" y="35293"/>
                            <a:pt x="50575" y="19768"/>
                          </a:cubicBezTo>
                          <a:cubicBezTo>
                            <a:pt x="72006" y="4242"/>
                            <a:pt x="99343" y="-3188"/>
                            <a:pt x="127346" y="1289"/>
                          </a:cubicBezTo>
                          <a:cubicBezTo>
                            <a:pt x="183353" y="10243"/>
                            <a:pt x="221929" y="63392"/>
                            <a:pt x="213071" y="119494"/>
                          </a:cubicBezTo>
                          <a:lnTo>
                            <a:pt x="210499" y="135687"/>
                          </a:lnTo>
                          <a:cubicBezTo>
                            <a:pt x="210499" y="135687"/>
                            <a:pt x="210690" y="136925"/>
                            <a:pt x="210499" y="138639"/>
                          </a:cubicBezTo>
                          <a:cubicBezTo>
                            <a:pt x="224596" y="140545"/>
                            <a:pt x="235550" y="152260"/>
                            <a:pt x="235836" y="166929"/>
                          </a:cubicBezTo>
                          <a:cubicBezTo>
                            <a:pt x="236121" y="183026"/>
                            <a:pt x="223358" y="196361"/>
                            <a:pt x="207261" y="196742"/>
                          </a:cubicBezTo>
                          <a:cubicBezTo>
                            <a:pt x="203546" y="196742"/>
                            <a:pt x="200117" y="196171"/>
                            <a:pt x="196783" y="194932"/>
                          </a:cubicBezTo>
                          <a:cubicBezTo>
                            <a:pt x="182401" y="249034"/>
                            <a:pt x="162017" y="320567"/>
                            <a:pt x="162017" y="320567"/>
                          </a:cubicBezTo>
                          <a:cubicBezTo>
                            <a:pt x="156683" y="353809"/>
                            <a:pt x="125155" y="376764"/>
                            <a:pt x="91818" y="371431"/>
                          </a:cubicBezTo>
                          <a:cubicBezTo>
                            <a:pt x="58576" y="366097"/>
                            <a:pt x="35620" y="334569"/>
                            <a:pt x="40954" y="301231"/>
                          </a:cubicBezTo>
                          <a:lnTo>
                            <a:pt x="50479" y="241700"/>
                          </a:lnTo>
                          <a:cubicBezTo>
                            <a:pt x="46193" y="239128"/>
                            <a:pt x="42097" y="236271"/>
                            <a:pt x="38192" y="233032"/>
                          </a:cubicBezTo>
                          <a:cubicBezTo>
                            <a:pt x="31905" y="227889"/>
                            <a:pt x="26190" y="221983"/>
                            <a:pt x="21237" y="215506"/>
                          </a:cubicBezTo>
                          <a:cubicBezTo>
                            <a:pt x="9617" y="200266"/>
                            <a:pt x="2187" y="181788"/>
                            <a:pt x="378" y="162166"/>
                          </a:cubicBezTo>
                          <a:cubicBezTo>
                            <a:pt x="378" y="161690"/>
                            <a:pt x="378" y="161214"/>
                            <a:pt x="282" y="160738"/>
                          </a:cubicBezTo>
                          <a:cubicBezTo>
                            <a:pt x="-289" y="152927"/>
                            <a:pt x="-3" y="144926"/>
                            <a:pt x="1235" y="136830"/>
                          </a:cubicBezTo>
                          <a:close/>
                        </a:path>
                      </a:pathLst>
                    </a:custGeom>
                    <a:noFill/>
                    <a:ln cap="rnd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953" name="Google Shape;953;p42"/>
                  <p:cNvSpPr/>
                  <p:nvPr/>
                </p:nvSpPr>
                <p:spPr>
                  <a:xfrm>
                    <a:off x="7408822" y="3061802"/>
                    <a:ext cx="60880" cy="60880"/>
                  </a:xfrm>
                  <a:custGeom>
                    <a:rect b="b" l="l" r="r" t="t"/>
                    <a:pathLst>
                      <a:path extrusionOk="0" h="60880" w="60880">
                        <a:moveTo>
                          <a:pt x="8" y="31059"/>
                        </a:moveTo>
                        <a:cubicBezTo>
                          <a:pt x="389" y="47823"/>
                          <a:pt x="14200" y="61254"/>
                          <a:pt x="31059" y="60873"/>
                        </a:cubicBezTo>
                        <a:cubicBezTo>
                          <a:pt x="47824" y="60491"/>
                          <a:pt x="61254" y="46680"/>
                          <a:pt x="60873" y="29821"/>
                        </a:cubicBezTo>
                        <a:cubicBezTo>
                          <a:pt x="60492" y="13057"/>
                          <a:pt x="46681" y="-373"/>
                          <a:pt x="29821" y="8"/>
                        </a:cubicBezTo>
                        <a:cubicBezTo>
                          <a:pt x="13057" y="389"/>
                          <a:pt x="-373" y="14200"/>
                          <a:pt x="8" y="31059"/>
                        </a:cubicBezTo>
                        <a:close/>
                      </a:path>
                    </a:pathLst>
                  </a:custGeom>
                  <a:solidFill>
                    <a:srgbClr val="9E4E2A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54" name="Google Shape;954;p42"/>
                  <p:cNvSpPr/>
                  <p:nvPr/>
                </p:nvSpPr>
                <p:spPr>
                  <a:xfrm>
                    <a:off x="7404828" y="3041425"/>
                    <a:ext cx="20957" cy="20958"/>
                  </a:xfrm>
                  <a:custGeom>
                    <a:rect b="b" l="l" r="r" t="t"/>
                    <a:pathLst>
                      <a:path extrusionOk="0" h="20958" w="20957">
                        <a:moveTo>
                          <a:pt x="1" y="10669"/>
                        </a:moveTo>
                        <a:cubicBezTo>
                          <a:pt x="97" y="16480"/>
                          <a:pt x="4859" y="21052"/>
                          <a:pt x="10669" y="20957"/>
                        </a:cubicBezTo>
                        <a:cubicBezTo>
                          <a:pt x="16480" y="20861"/>
                          <a:pt x="21052" y="16099"/>
                          <a:pt x="20956" y="10289"/>
                        </a:cubicBezTo>
                        <a:cubicBezTo>
                          <a:pt x="20861" y="4478"/>
                          <a:pt x="16099" y="-94"/>
                          <a:pt x="10288" y="1"/>
                        </a:cubicBezTo>
                        <a:cubicBezTo>
                          <a:pt x="4478" y="97"/>
                          <a:pt x="-94" y="4859"/>
                          <a:pt x="1" y="10669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55" name="Google Shape;955;p42"/>
                  <p:cNvSpPr/>
                  <p:nvPr/>
                </p:nvSpPr>
                <p:spPr>
                  <a:xfrm>
                    <a:off x="7363884" y="3045808"/>
                    <a:ext cx="17990" cy="31718"/>
                  </a:xfrm>
                  <a:custGeom>
                    <a:rect b="b" l="l" r="r" t="t"/>
                    <a:pathLst>
                      <a:path extrusionOk="0" h="31718" w="17990">
                        <a:moveTo>
                          <a:pt x="17991" y="0"/>
                        </a:moveTo>
                        <a:cubicBezTo>
                          <a:pt x="17991" y="0"/>
                          <a:pt x="3989" y="14002"/>
                          <a:pt x="560" y="18669"/>
                        </a:cubicBezTo>
                        <a:cubicBezTo>
                          <a:pt x="-2869" y="23336"/>
                          <a:pt x="10561" y="31718"/>
                          <a:pt x="10561" y="31718"/>
                        </a:cubicBezTo>
                      </a:path>
                    </a:pathLst>
                  </a:custGeom>
                  <a:noFill/>
                  <a:ln cap="rnd" cmpd="sng" w="952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56" name="Google Shape;956;p42"/>
                  <p:cNvSpPr/>
                  <p:nvPr/>
                </p:nvSpPr>
                <p:spPr>
                  <a:xfrm>
                    <a:off x="7332534" y="3025614"/>
                    <a:ext cx="20957" cy="20958"/>
                  </a:xfrm>
                  <a:custGeom>
                    <a:rect b="b" l="l" r="r" t="t"/>
                    <a:pathLst>
                      <a:path extrusionOk="0" h="20958" w="20957">
                        <a:moveTo>
                          <a:pt x="1" y="10670"/>
                        </a:moveTo>
                        <a:cubicBezTo>
                          <a:pt x="97" y="16480"/>
                          <a:pt x="4859" y="21052"/>
                          <a:pt x="10669" y="20957"/>
                        </a:cubicBezTo>
                        <a:cubicBezTo>
                          <a:pt x="16480" y="20861"/>
                          <a:pt x="21052" y="16099"/>
                          <a:pt x="20956" y="10288"/>
                        </a:cubicBezTo>
                        <a:cubicBezTo>
                          <a:pt x="20861" y="4478"/>
                          <a:pt x="16099" y="-94"/>
                          <a:pt x="10288" y="1"/>
                        </a:cubicBezTo>
                        <a:cubicBezTo>
                          <a:pt x="4478" y="97"/>
                          <a:pt x="-94" y="4859"/>
                          <a:pt x="1" y="1067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57" name="Google Shape;957;p42"/>
                  <p:cNvSpPr/>
                  <p:nvPr/>
                </p:nvSpPr>
                <p:spPr>
                  <a:xfrm>
                    <a:off x="7515129" y="3081049"/>
                    <a:ext cx="20383" cy="18670"/>
                  </a:xfrm>
                  <a:custGeom>
                    <a:rect b="b" l="l" r="r" t="t"/>
                    <a:pathLst>
                      <a:path extrusionOk="0" h="18670" w="20383">
                        <a:moveTo>
                          <a:pt x="20384" y="18670"/>
                        </a:moveTo>
                        <a:cubicBezTo>
                          <a:pt x="20384" y="18670"/>
                          <a:pt x="19717" y="-189"/>
                          <a:pt x="0" y="1"/>
                        </a:cubicBezTo>
                      </a:path>
                    </a:pathLst>
                  </a:custGeom>
                  <a:noFill/>
                  <a:ln cap="rnd" cmpd="sng" w="952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58" name="Google Shape;958;p42"/>
                  <p:cNvSpPr/>
                  <p:nvPr/>
                </p:nvSpPr>
                <p:spPr>
                  <a:xfrm>
                    <a:off x="7511986" y="3087337"/>
                    <a:ext cx="16764" cy="17144"/>
                  </a:xfrm>
                  <a:custGeom>
                    <a:rect b="b" l="l" r="r" t="t"/>
                    <a:pathLst>
                      <a:path extrusionOk="0" h="17144" w="16764">
                        <a:moveTo>
                          <a:pt x="16764" y="0"/>
                        </a:moveTo>
                        <a:cubicBezTo>
                          <a:pt x="16764" y="0"/>
                          <a:pt x="13049" y="16859"/>
                          <a:pt x="0" y="17145"/>
                        </a:cubicBezTo>
                      </a:path>
                    </a:pathLst>
                  </a:custGeom>
                  <a:noFill/>
                  <a:ln cap="rnd" cmpd="sng" w="952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59" name="Google Shape;959;p42"/>
                  <p:cNvSpPr/>
                  <p:nvPr/>
                </p:nvSpPr>
                <p:spPr>
                  <a:xfrm>
                    <a:off x="7337107" y="2909681"/>
                    <a:ext cx="214035" cy="168424"/>
                  </a:xfrm>
                  <a:custGeom>
                    <a:rect b="b" l="l" r="r" t="t"/>
                    <a:pathLst>
                      <a:path extrusionOk="0" h="168424" w="214035">
                        <a:moveTo>
                          <a:pt x="184500" y="156035"/>
                        </a:moveTo>
                        <a:cubicBezTo>
                          <a:pt x="184500" y="156035"/>
                          <a:pt x="172879" y="156035"/>
                          <a:pt x="165545" y="164226"/>
                        </a:cubicBezTo>
                        <a:cubicBezTo>
                          <a:pt x="162211" y="167941"/>
                          <a:pt x="157163" y="169560"/>
                          <a:pt x="152591" y="167560"/>
                        </a:cubicBezTo>
                        <a:lnTo>
                          <a:pt x="152019" y="167274"/>
                        </a:lnTo>
                        <a:cubicBezTo>
                          <a:pt x="147542" y="165369"/>
                          <a:pt x="149066" y="159273"/>
                          <a:pt x="145542" y="155844"/>
                        </a:cubicBezTo>
                        <a:cubicBezTo>
                          <a:pt x="118586" y="130127"/>
                          <a:pt x="134779" y="93075"/>
                          <a:pt x="134779" y="93075"/>
                        </a:cubicBezTo>
                        <a:cubicBezTo>
                          <a:pt x="134779" y="93075"/>
                          <a:pt x="33242" y="82311"/>
                          <a:pt x="0" y="62499"/>
                        </a:cubicBezTo>
                        <a:cubicBezTo>
                          <a:pt x="0" y="62499"/>
                          <a:pt x="88678" y="-53610"/>
                          <a:pt x="185452" y="30686"/>
                        </a:cubicBezTo>
                        <a:cubicBezTo>
                          <a:pt x="250317" y="87074"/>
                          <a:pt x="184500" y="155940"/>
                          <a:pt x="184500" y="155940"/>
                        </a:cubicBezTo>
                        <a:close/>
                      </a:path>
                    </a:pathLst>
                  </a:custGeom>
                  <a:solidFill>
                    <a:schemeClr val="dk1"/>
                  </a:solidFill>
                  <a:ln cap="flat" cmpd="sng" w="9525">
                    <a:solidFill>
                      <a:schemeClr val="dk1"/>
                    </a:solidFill>
                    <a:prstDash val="solid"/>
                    <a:miter lim="8000"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60" name="Google Shape;960;p42"/>
                  <p:cNvSpPr/>
                  <p:nvPr/>
                </p:nvSpPr>
                <p:spPr>
                  <a:xfrm>
                    <a:off x="7370540" y="3085718"/>
                    <a:ext cx="29698" cy="26341"/>
                  </a:xfrm>
                  <a:custGeom>
                    <a:rect b="b" l="l" r="r" t="t"/>
                    <a:pathLst>
                      <a:path extrusionOk="0" h="26341" w="29698">
                        <a:moveTo>
                          <a:pt x="28289" y="95"/>
                        </a:moveTo>
                        <a:lnTo>
                          <a:pt x="0" y="5429"/>
                        </a:lnTo>
                        <a:cubicBezTo>
                          <a:pt x="0" y="5429"/>
                          <a:pt x="4381" y="28385"/>
                          <a:pt x="19621" y="26194"/>
                        </a:cubicBezTo>
                        <a:cubicBezTo>
                          <a:pt x="34862" y="24098"/>
                          <a:pt x="28289" y="0"/>
                          <a:pt x="28289" y="0"/>
                        </a:cubicBezTo>
                        <a:close/>
                      </a:path>
                    </a:pathLst>
                  </a:custGeom>
                  <a:solidFill>
                    <a:srgbClr val="FF887C"/>
                  </a:solidFill>
                  <a:ln cap="rnd" cmpd="sng" w="952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sp>
              <p:nvSpPr>
                <p:cNvPr id="961" name="Google Shape;961;p42"/>
                <p:cNvSpPr/>
                <p:nvPr/>
              </p:nvSpPr>
              <p:spPr>
                <a:xfrm>
                  <a:off x="7569545" y="2964418"/>
                  <a:ext cx="119573" cy="270080"/>
                </a:xfrm>
                <a:custGeom>
                  <a:rect b="b" l="l" r="r" t="t"/>
                  <a:pathLst>
                    <a:path extrusionOk="0" h="270080" w="119573">
                      <a:moveTo>
                        <a:pt x="20355" y="4809"/>
                      </a:moveTo>
                      <a:cubicBezTo>
                        <a:pt x="20355" y="4809"/>
                        <a:pt x="49216" y="-10240"/>
                        <a:pt x="71600" y="12906"/>
                      </a:cubicBezTo>
                      <a:cubicBezTo>
                        <a:pt x="89126" y="31003"/>
                        <a:pt x="86078" y="78818"/>
                        <a:pt x="86840" y="101583"/>
                      </a:cubicBezTo>
                      <a:cubicBezTo>
                        <a:pt x="87411" y="119014"/>
                        <a:pt x="82649" y="141969"/>
                        <a:pt x="88745" y="158352"/>
                      </a:cubicBezTo>
                      <a:cubicBezTo>
                        <a:pt x="94269" y="173116"/>
                        <a:pt x="110271" y="181022"/>
                        <a:pt x="116558" y="195500"/>
                      </a:cubicBezTo>
                      <a:cubicBezTo>
                        <a:pt x="120653" y="204929"/>
                        <a:pt x="119891" y="215788"/>
                        <a:pt x="118272" y="225885"/>
                      </a:cubicBezTo>
                      <a:cubicBezTo>
                        <a:pt x="116082" y="238934"/>
                        <a:pt x="111795" y="252554"/>
                        <a:pt x="101508" y="260746"/>
                      </a:cubicBezTo>
                      <a:cubicBezTo>
                        <a:pt x="92174" y="268271"/>
                        <a:pt x="79505" y="269985"/>
                        <a:pt x="67599" y="270080"/>
                      </a:cubicBezTo>
                      <a:cubicBezTo>
                        <a:pt x="55312" y="270080"/>
                        <a:pt x="42453" y="268557"/>
                        <a:pt x="32357" y="261508"/>
                      </a:cubicBezTo>
                      <a:cubicBezTo>
                        <a:pt x="18641" y="251888"/>
                        <a:pt x="13211" y="234457"/>
                        <a:pt x="9687" y="218074"/>
                      </a:cubicBezTo>
                      <a:cubicBezTo>
                        <a:pt x="3877" y="191118"/>
                        <a:pt x="5401" y="166449"/>
                        <a:pt x="3591" y="139588"/>
                      </a:cubicBezTo>
                      <a:cubicBezTo>
                        <a:pt x="2639" y="125396"/>
                        <a:pt x="-2029" y="106060"/>
                        <a:pt x="1019" y="91963"/>
                      </a:cubicBezTo>
                      <a:cubicBezTo>
                        <a:pt x="1019" y="91868"/>
                        <a:pt x="20260" y="4714"/>
                        <a:pt x="20260" y="4714"/>
                      </a:cubicBezTo>
                      <a:close/>
                    </a:path>
                  </a:pathLst>
                </a:custGeom>
                <a:solidFill>
                  <a:schemeClr val="dk1"/>
                </a:solidFill>
                <a:ln cap="flat" cmpd="sng" w="9525">
                  <a:solidFill>
                    <a:schemeClr val="dk1"/>
                  </a:solidFill>
                  <a:prstDash val="solid"/>
                  <a:miter lim="8000"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sp>
            <p:nvSpPr>
              <p:cNvPr id="962" name="Google Shape;962;p42"/>
              <p:cNvSpPr/>
              <p:nvPr/>
            </p:nvSpPr>
            <p:spPr>
              <a:xfrm>
                <a:off x="6592506" y="3301650"/>
                <a:ext cx="1727199" cy="1892236"/>
              </a:xfrm>
              <a:custGeom>
                <a:rect b="b" l="l" r="r" t="t"/>
                <a:pathLst>
                  <a:path extrusionOk="0" h="1892236" w="1727199">
                    <a:moveTo>
                      <a:pt x="61849" y="0"/>
                    </a:moveTo>
                    <a:cubicBezTo>
                      <a:pt x="61849" y="0"/>
                      <a:pt x="-77311" y="56864"/>
                      <a:pt x="61849" y="287369"/>
                    </a:cubicBezTo>
                    <a:cubicBezTo>
                      <a:pt x="201009" y="517970"/>
                      <a:pt x="337121" y="1084993"/>
                      <a:pt x="282638" y="1356741"/>
                    </a:cubicBezTo>
                    <a:cubicBezTo>
                      <a:pt x="228155" y="1628489"/>
                      <a:pt x="294259" y="1892237"/>
                      <a:pt x="835565" y="1892237"/>
                    </a:cubicBezTo>
                    <a:cubicBezTo>
                      <a:pt x="1376870" y="1892237"/>
                      <a:pt x="1501077" y="1650302"/>
                      <a:pt x="1515174" y="1405319"/>
                    </a:cubicBezTo>
                    <a:cubicBezTo>
                      <a:pt x="1529270" y="1160336"/>
                      <a:pt x="1496600" y="742855"/>
                      <a:pt x="1632712" y="513397"/>
                    </a:cubicBezTo>
                    <a:cubicBezTo>
                      <a:pt x="1768824" y="283940"/>
                      <a:pt x="1742916" y="10192"/>
                      <a:pt x="1649381" y="35719"/>
                    </a:cubicBezTo>
                  </a:path>
                </a:pathLst>
              </a:custGeom>
              <a:noFill/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grpSp>
            <p:nvGrpSpPr>
              <p:cNvPr id="963" name="Google Shape;963;p42"/>
              <p:cNvGrpSpPr/>
              <p:nvPr/>
            </p:nvGrpSpPr>
            <p:grpSpPr>
              <a:xfrm>
                <a:off x="6651967" y="3293928"/>
                <a:ext cx="596176" cy="295122"/>
                <a:chOff x="6651967" y="3293928"/>
                <a:chExt cx="596176" cy="295122"/>
              </a:xfrm>
            </p:grpSpPr>
            <p:sp>
              <p:nvSpPr>
                <p:cNvPr id="964" name="Google Shape;964;p42"/>
                <p:cNvSpPr/>
                <p:nvPr/>
              </p:nvSpPr>
              <p:spPr>
                <a:xfrm>
                  <a:off x="6702677" y="3321652"/>
                  <a:ext cx="545466" cy="267398"/>
                </a:xfrm>
                <a:custGeom>
                  <a:rect b="b" l="l" r="r" t="t"/>
                  <a:pathLst>
                    <a:path extrusionOk="0" h="267398" w="545466">
                      <a:moveTo>
                        <a:pt x="344775" y="106585"/>
                      </a:moveTo>
                      <a:lnTo>
                        <a:pt x="449264" y="49054"/>
                      </a:lnTo>
                      <a:lnTo>
                        <a:pt x="545466" y="213455"/>
                      </a:lnTo>
                      <a:lnTo>
                        <a:pt x="426404" y="257270"/>
                      </a:lnTo>
                      <a:cubicBezTo>
                        <a:pt x="367444" y="278987"/>
                        <a:pt x="301150" y="265176"/>
                        <a:pt x="255811" y="221647"/>
                      </a:cubicBezTo>
                      <a:lnTo>
                        <a:pt x="108745" y="91154"/>
                      </a:lnTo>
                      <a:cubicBezTo>
                        <a:pt x="108745" y="91154"/>
                        <a:pt x="21115" y="94583"/>
                        <a:pt x="5113" y="56483"/>
                      </a:cubicBezTo>
                      <a:cubicBezTo>
                        <a:pt x="-10889" y="18383"/>
                        <a:pt x="15781" y="14192"/>
                        <a:pt x="15781" y="14192"/>
                      </a:cubicBezTo>
                      <a:lnTo>
                        <a:pt x="77313" y="0"/>
                      </a:lnTo>
                      <a:lnTo>
                        <a:pt x="344775" y="106585"/>
                      </a:lnTo>
                      <a:close/>
                    </a:path>
                  </a:pathLst>
                </a:custGeom>
                <a:solidFill>
                  <a:srgbClr val="C27245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65" name="Google Shape;965;p42"/>
                <p:cNvSpPr/>
                <p:nvPr/>
              </p:nvSpPr>
              <p:spPr>
                <a:xfrm>
                  <a:off x="6651967" y="3293928"/>
                  <a:ext cx="161081" cy="111170"/>
                </a:xfrm>
                <a:custGeom>
                  <a:rect b="b" l="l" r="r" t="t"/>
                  <a:pathLst>
                    <a:path extrusionOk="0" h="111170" w="161081">
                      <a:moveTo>
                        <a:pt x="2388" y="7722"/>
                      </a:moveTo>
                      <a:lnTo>
                        <a:pt x="2388" y="7722"/>
                      </a:lnTo>
                      <a:cubicBezTo>
                        <a:pt x="7055" y="102"/>
                        <a:pt x="16961" y="-2279"/>
                        <a:pt x="24581" y="2388"/>
                      </a:cubicBezTo>
                      <a:lnTo>
                        <a:pt x="153359" y="81255"/>
                      </a:lnTo>
                      <a:cubicBezTo>
                        <a:pt x="160979" y="85922"/>
                        <a:pt x="163361" y="95828"/>
                        <a:pt x="158693" y="103448"/>
                      </a:cubicBezTo>
                      <a:lnTo>
                        <a:pt x="158693" y="103448"/>
                      </a:lnTo>
                      <a:cubicBezTo>
                        <a:pt x="154026" y="111069"/>
                        <a:pt x="144120" y="113450"/>
                        <a:pt x="136500" y="108782"/>
                      </a:cubicBezTo>
                      <a:lnTo>
                        <a:pt x="7722" y="29915"/>
                      </a:lnTo>
                      <a:cubicBezTo>
                        <a:pt x="102" y="25248"/>
                        <a:pt x="-2279" y="15342"/>
                        <a:pt x="2388" y="7722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66" name="Google Shape;966;p42"/>
                <p:cNvSpPr/>
                <p:nvPr/>
              </p:nvSpPr>
              <p:spPr>
                <a:xfrm>
                  <a:off x="6695485" y="3321417"/>
                  <a:ext cx="89281" cy="85470"/>
                </a:xfrm>
                <a:custGeom>
                  <a:rect b="b" l="l" r="r" t="t"/>
                  <a:pathLst>
                    <a:path extrusionOk="0" h="85470" w="89281">
                      <a:moveTo>
                        <a:pt x="1256" y="26238"/>
                      </a:moveTo>
                      <a:cubicBezTo>
                        <a:pt x="2113" y="22238"/>
                        <a:pt x="4495" y="18809"/>
                        <a:pt x="7733" y="16332"/>
                      </a:cubicBezTo>
                      <a:cubicBezTo>
                        <a:pt x="17639" y="8903"/>
                        <a:pt x="39165" y="-5671"/>
                        <a:pt x="47167" y="2331"/>
                      </a:cubicBezTo>
                      <a:cubicBezTo>
                        <a:pt x="57644" y="12808"/>
                        <a:pt x="18496" y="35954"/>
                        <a:pt x="18496" y="35954"/>
                      </a:cubicBezTo>
                      <a:cubicBezTo>
                        <a:pt x="18496" y="35954"/>
                        <a:pt x="54215" y="10046"/>
                        <a:pt x="62406" y="17952"/>
                      </a:cubicBezTo>
                      <a:cubicBezTo>
                        <a:pt x="70598" y="25857"/>
                        <a:pt x="38594" y="55004"/>
                        <a:pt x="38594" y="55004"/>
                      </a:cubicBezTo>
                      <a:cubicBezTo>
                        <a:pt x="38594" y="55004"/>
                        <a:pt x="70979" y="24905"/>
                        <a:pt x="78599" y="31382"/>
                      </a:cubicBezTo>
                      <a:cubicBezTo>
                        <a:pt x="86219" y="37859"/>
                        <a:pt x="57358" y="71768"/>
                        <a:pt x="57358" y="71768"/>
                      </a:cubicBezTo>
                      <a:cubicBezTo>
                        <a:pt x="57358" y="71768"/>
                        <a:pt x="79837" y="42621"/>
                        <a:pt x="87648" y="47479"/>
                      </a:cubicBezTo>
                      <a:cubicBezTo>
                        <a:pt x="92791" y="50622"/>
                        <a:pt x="84695" y="66339"/>
                        <a:pt x="78504" y="76626"/>
                      </a:cubicBezTo>
                      <a:cubicBezTo>
                        <a:pt x="74884" y="82626"/>
                        <a:pt x="68217" y="86055"/>
                        <a:pt x="61263" y="85389"/>
                      </a:cubicBezTo>
                      <a:cubicBezTo>
                        <a:pt x="38785" y="83103"/>
                        <a:pt x="-8269" y="72816"/>
                        <a:pt x="1256" y="26238"/>
                      </a:cubicBezTo>
                      <a:close/>
                    </a:path>
                  </a:pathLst>
                </a:custGeom>
                <a:solidFill>
                  <a:srgbClr val="C27245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67" name="Google Shape;967;p42"/>
                <p:cNvSpPr/>
                <p:nvPr/>
              </p:nvSpPr>
              <p:spPr>
                <a:xfrm>
                  <a:off x="6692641" y="3312158"/>
                  <a:ext cx="116019" cy="51446"/>
                </a:xfrm>
                <a:custGeom>
                  <a:rect b="b" l="l" r="r" t="t"/>
                  <a:pathLst>
                    <a:path extrusionOk="0" h="51446" w="116019">
                      <a:moveTo>
                        <a:pt x="87349" y="9494"/>
                      </a:moveTo>
                      <a:cubicBezTo>
                        <a:pt x="87349" y="9494"/>
                        <a:pt x="54583" y="5684"/>
                        <a:pt x="40867" y="5398"/>
                      </a:cubicBezTo>
                      <a:cubicBezTo>
                        <a:pt x="27151" y="5112"/>
                        <a:pt x="6101" y="-5460"/>
                        <a:pt x="291" y="3779"/>
                      </a:cubicBezTo>
                      <a:cubicBezTo>
                        <a:pt x="-3615" y="9970"/>
                        <a:pt x="32771" y="30068"/>
                        <a:pt x="53345" y="32544"/>
                      </a:cubicBezTo>
                      <a:cubicBezTo>
                        <a:pt x="53345" y="32544"/>
                        <a:pt x="82110" y="55119"/>
                        <a:pt x="116019" y="50928"/>
                      </a:cubicBezTo>
                    </a:path>
                  </a:pathLst>
                </a:custGeom>
                <a:solidFill>
                  <a:srgbClr val="C27245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968" name="Google Shape;968;p42"/>
              <p:cNvGrpSpPr/>
              <p:nvPr/>
            </p:nvGrpSpPr>
            <p:grpSpPr>
              <a:xfrm>
                <a:off x="7635811" y="3328734"/>
                <a:ext cx="608138" cy="271909"/>
                <a:chOff x="7635811" y="3328734"/>
                <a:chExt cx="608138" cy="271909"/>
              </a:xfrm>
            </p:grpSpPr>
            <p:sp>
              <p:nvSpPr>
                <p:cNvPr id="969" name="Google Shape;969;p42"/>
                <p:cNvSpPr/>
                <p:nvPr/>
              </p:nvSpPr>
              <p:spPr>
                <a:xfrm>
                  <a:off x="7635811" y="3350132"/>
                  <a:ext cx="554847" cy="250511"/>
                </a:xfrm>
                <a:custGeom>
                  <a:rect b="b" l="l" r="r" t="t"/>
                  <a:pathLst>
                    <a:path extrusionOk="0" h="250511" w="554847">
                      <a:moveTo>
                        <a:pt x="206502" y="91059"/>
                      </a:moveTo>
                      <a:lnTo>
                        <a:pt x="105442" y="27622"/>
                      </a:lnTo>
                      <a:lnTo>
                        <a:pt x="0" y="186309"/>
                      </a:lnTo>
                      <a:lnTo>
                        <a:pt x="116300" y="236887"/>
                      </a:lnTo>
                      <a:cubicBezTo>
                        <a:pt x="173927" y="261938"/>
                        <a:pt x="240887" y="251936"/>
                        <a:pt x="288703" y="211074"/>
                      </a:cubicBezTo>
                      <a:lnTo>
                        <a:pt x="443008" y="89249"/>
                      </a:lnTo>
                      <a:cubicBezTo>
                        <a:pt x="443008" y="89249"/>
                        <a:pt x="530257" y="97727"/>
                        <a:pt x="548449" y="60484"/>
                      </a:cubicBezTo>
                      <a:cubicBezTo>
                        <a:pt x="566642" y="23241"/>
                        <a:pt x="540258" y="17716"/>
                        <a:pt x="540258" y="17716"/>
                      </a:cubicBezTo>
                      <a:lnTo>
                        <a:pt x="479584" y="0"/>
                      </a:lnTo>
                      <a:lnTo>
                        <a:pt x="206502" y="91154"/>
                      </a:lnTo>
                      <a:close/>
                    </a:path>
                  </a:pathLst>
                </a:custGeom>
                <a:solidFill>
                  <a:srgbClr val="C27245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70" name="Google Shape;970;p42"/>
                <p:cNvSpPr/>
                <p:nvPr/>
              </p:nvSpPr>
              <p:spPr>
                <a:xfrm>
                  <a:off x="8078471" y="3328734"/>
                  <a:ext cx="165478" cy="103851"/>
                </a:xfrm>
                <a:custGeom>
                  <a:rect b="b" l="l" r="r" t="t"/>
                  <a:pathLst>
                    <a:path extrusionOk="0" h="103851" w="165478">
                      <a:moveTo>
                        <a:pt x="163511" y="8540"/>
                      </a:moveTo>
                      <a:lnTo>
                        <a:pt x="163511" y="8540"/>
                      </a:lnTo>
                      <a:cubicBezTo>
                        <a:pt x="159320" y="634"/>
                        <a:pt x="149509" y="-2319"/>
                        <a:pt x="141604" y="1967"/>
                      </a:cubicBezTo>
                      <a:lnTo>
                        <a:pt x="8540" y="73405"/>
                      </a:lnTo>
                      <a:cubicBezTo>
                        <a:pt x="634" y="77596"/>
                        <a:pt x="-2319" y="87407"/>
                        <a:pt x="1967" y="95312"/>
                      </a:cubicBezTo>
                      <a:lnTo>
                        <a:pt x="1967" y="95312"/>
                      </a:lnTo>
                      <a:cubicBezTo>
                        <a:pt x="6158" y="103218"/>
                        <a:pt x="15969" y="106171"/>
                        <a:pt x="23875" y="101885"/>
                      </a:cubicBezTo>
                      <a:lnTo>
                        <a:pt x="156939" y="30447"/>
                      </a:lnTo>
                      <a:cubicBezTo>
                        <a:pt x="164845" y="26256"/>
                        <a:pt x="167798" y="16445"/>
                        <a:pt x="163511" y="8540"/>
                      </a:cubicBezTo>
                      <a:close/>
                    </a:path>
                  </a:pathLst>
                </a:custGeom>
                <a:solidFill>
                  <a:schemeClr val="accent1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71" name="Google Shape;971;p42"/>
                <p:cNvSpPr/>
                <p:nvPr/>
              </p:nvSpPr>
              <p:spPr>
                <a:xfrm>
                  <a:off x="8107718" y="3352155"/>
                  <a:ext cx="89975" cy="84193"/>
                </a:xfrm>
                <a:custGeom>
                  <a:rect b="b" l="l" r="r" t="t"/>
                  <a:pathLst>
                    <a:path extrusionOk="0" h="84193" w="89975">
                      <a:moveTo>
                        <a:pt x="89306" y="28552"/>
                      </a:moveTo>
                      <a:cubicBezTo>
                        <a:pt x="88735" y="24552"/>
                        <a:pt x="86449" y="20932"/>
                        <a:pt x="83401" y="18265"/>
                      </a:cubicBezTo>
                      <a:cubicBezTo>
                        <a:pt x="73971" y="10264"/>
                        <a:pt x="53206" y="-5547"/>
                        <a:pt x="44824" y="1978"/>
                      </a:cubicBezTo>
                      <a:cubicBezTo>
                        <a:pt x="33775" y="11883"/>
                        <a:pt x="71590" y="37220"/>
                        <a:pt x="71590" y="37220"/>
                      </a:cubicBezTo>
                      <a:cubicBezTo>
                        <a:pt x="71590" y="37220"/>
                        <a:pt x="37395" y="9312"/>
                        <a:pt x="28822" y="16741"/>
                      </a:cubicBezTo>
                      <a:cubicBezTo>
                        <a:pt x="20250" y="24171"/>
                        <a:pt x="50444" y="55127"/>
                        <a:pt x="50444" y="55127"/>
                      </a:cubicBezTo>
                      <a:cubicBezTo>
                        <a:pt x="50444" y="55127"/>
                        <a:pt x="19869" y="23218"/>
                        <a:pt x="11868" y="29314"/>
                      </a:cubicBezTo>
                      <a:cubicBezTo>
                        <a:pt x="3867" y="35410"/>
                        <a:pt x="30727" y="70843"/>
                        <a:pt x="30727" y="70843"/>
                      </a:cubicBezTo>
                      <a:cubicBezTo>
                        <a:pt x="30727" y="70843"/>
                        <a:pt x="9963" y="40458"/>
                        <a:pt x="1867" y="44840"/>
                      </a:cubicBezTo>
                      <a:cubicBezTo>
                        <a:pt x="-3467" y="47697"/>
                        <a:pt x="3772" y="63795"/>
                        <a:pt x="9296" y="74463"/>
                      </a:cubicBezTo>
                      <a:cubicBezTo>
                        <a:pt x="12535" y="80654"/>
                        <a:pt x="19012" y="84464"/>
                        <a:pt x="26060" y="84178"/>
                      </a:cubicBezTo>
                      <a:cubicBezTo>
                        <a:pt x="48634" y="83226"/>
                        <a:pt x="96164" y="75606"/>
                        <a:pt x="89306" y="28552"/>
                      </a:cubicBezTo>
                      <a:close/>
                    </a:path>
                  </a:pathLst>
                </a:custGeom>
                <a:solidFill>
                  <a:srgbClr val="C27245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sp>
              <p:nvSpPr>
                <p:cNvPr id="972" name="Google Shape;972;p42"/>
                <p:cNvSpPr/>
                <p:nvPr/>
              </p:nvSpPr>
              <p:spPr>
                <a:xfrm>
                  <a:off x="8084343" y="3345000"/>
                  <a:ext cx="118532" cy="45995"/>
                </a:xfrm>
                <a:custGeom>
                  <a:rect b="b" l="l" r="r" t="t"/>
                  <a:pathLst>
                    <a:path extrusionOk="0" h="45995" w="118532">
                      <a:moveTo>
                        <a:pt x="31052" y="5037"/>
                      </a:moveTo>
                      <a:cubicBezTo>
                        <a:pt x="31052" y="5037"/>
                        <a:pt x="64008" y="3036"/>
                        <a:pt x="77724" y="3608"/>
                      </a:cubicBezTo>
                      <a:cubicBezTo>
                        <a:pt x="91440" y="4084"/>
                        <a:pt x="113062" y="-5250"/>
                        <a:pt x="118301" y="4370"/>
                      </a:cubicBezTo>
                      <a:cubicBezTo>
                        <a:pt x="121825" y="10847"/>
                        <a:pt x="84296" y="28754"/>
                        <a:pt x="63627" y="30087"/>
                      </a:cubicBezTo>
                      <a:cubicBezTo>
                        <a:pt x="63627" y="30087"/>
                        <a:pt x="33623" y="51043"/>
                        <a:pt x="0" y="44851"/>
                      </a:cubicBezTo>
                    </a:path>
                  </a:pathLst>
                </a:custGeom>
                <a:solidFill>
                  <a:srgbClr val="C27245"/>
                </a:solidFill>
                <a:ln cap="rnd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</p:grpSp>
          <p:grpSp>
            <p:nvGrpSpPr>
              <p:cNvPr id="973" name="Google Shape;973;p42"/>
              <p:cNvGrpSpPr/>
              <p:nvPr/>
            </p:nvGrpSpPr>
            <p:grpSpPr>
              <a:xfrm>
                <a:off x="6712828" y="3816762"/>
                <a:ext cx="1356527" cy="1377124"/>
                <a:chOff x="6712828" y="3816762"/>
                <a:chExt cx="1356527" cy="1377124"/>
              </a:xfrm>
            </p:grpSpPr>
            <p:grpSp>
              <p:nvGrpSpPr>
                <p:cNvPr id="974" name="Google Shape;974;p42"/>
                <p:cNvGrpSpPr/>
                <p:nvPr/>
              </p:nvGrpSpPr>
              <p:grpSpPr>
                <a:xfrm>
                  <a:off x="6712828" y="4095178"/>
                  <a:ext cx="720386" cy="1098707"/>
                  <a:chOff x="6712828" y="4095178"/>
                  <a:chExt cx="720386" cy="1098707"/>
                </a:xfrm>
              </p:grpSpPr>
              <p:grpSp>
                <p:nvGrpSpPr>
                  <p:cNvPr id="975" name="Google Shape;975;p42"/>
                  <p:cNvGrpSpPr/>
                  <p:nvPr/>
                </p:nvGrpSpPr>
                <p:grpSpPr>
                  <a:xfrm>
                    <a:off x="7033641" y="4095178"/>
                    <a:ext cx="399573" cy="1038510"/>
                    <a:chOff x="7033641" y="4095178"/>
                    <a:chExt cx="399573" cy="1038510"/>
                  </a:xfrm>
                </p:grpSpPr>
                <p:sp>
                  <p:nvSpPr>
                    <p:cNvPr id="976" name="Google Shape;976;p42"/>
                    <p:cNvSpPr/>
                    <p:nvPr/>
                  </p:nvSpPr>
                  <p:spPr>
                    <a:xfrm>
                      <a:off x="7033641" y="4095178"/>
                      <a:ext cx="399573" cy="1038510"/>
                    </a:xfrm>
                    <a:custGeom>
                      <a:rect b="b" l="l" r="r" t="t"/>
                      <a:pathLst>
                        <a:path extrusionOk="0" h="1038510" w="399573">
                          <a:moveTo>
                            <a:pt x="0" y="888587"/>
                          </a:moveTo>
                          <a:lnTo>
                            <a:pt x="80105" y="199072"/>
                          </a:lnTo>
                          <a:lnTo>
                            <a:pt x="114586" y="0"/>
                          </a:lnTo>
                          <a:lnTo>
                            <a:pt x="399574" y="0"/>
                          </a:lnTo>
                          <a:lnTo>
                            <a:pt x="353282" y="216313"/>
                          </a:lnTo>
                          <a:lnTo>
                            <a:pt x="177546" y="947738"/>
                          </a:lnTo>
                          <a:lnTo>
                            <a:pt x="77533" y="1038511"/>
                          </a:lnTo>
                          <a:lnTo>
                            <a:pt x="0" y="988790"/>
                          </a:lnTo>
                          <a:lnTo>
                            <a:pt x="0" y="888587"/>
                          </a:lnTo>
                          <a:close/>
                        </a:path>
                      </a:pathLst>
                    </a:custGeom>
                    <a:solidFill>
                      <a:srgbClr val="C27245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977" name="Google Shape;977;p42"/>
                    <p:cNvSpPr/>
                    <p:nvPr/>
                  </p:nvSpPr>
                  <p:spPr>
                    <a:xfrm>
                      <a:off x="7033641" y="4095178"/>
                      <a:ext cx="399573" cy="1038510"/>
                    </a:xfrm>
                    <a:custGeom>
                      <a:rect b="b" l="l" r="r" t="t"/>
                      <a:pathLst>
                        <a:path extrusionOk="0" h="1038510" w="399573">
                          <a:moveTo>
                            <a:pt x="0" y="888587"/>
                          </a:moveTo>
                          <a:lnTo>
                            <a:pt x="80105" y="199072"/>
                          </a:lnTo>
                          <a:lnTo>
                            <a:pt x="114586" y="0"/>
                          </a:lnTo>
                          <a:lnTo>
                            <a:pt x="399574" y="0"/>
                          </a:lnTo>
                          <a:lnTo>
                            <a:pt x="353282" y="216313"/>
                          </a:lnTo>
                          <a:lnTo>
                            <a:pt x="177546" y="947738"/>
                          </a:lnTo>
                          <a:lnTo>
                            <a:pt x="77533" y="1038511"/>
                          </a:lnTo>
                          <a:lnTo>
                            <a:pt x="0" y="988790"/>
                          </a:lnTo>
                          <a:lnTo>
                            <a:pt x="0" y="888587"/>
                          </a:lnTo>
                          <a:close/>
                        </a:path>
                      </a:pathLst>
                    </a:custGeom>
                    <a:noFill/>
                    <a:ln cap="rnd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978" name="Google Shape;978;p42"/>
                  <p:cNvSpPr/>
                  <p:nvPr/>
                </p:nvSpPr>
                <p:spPr>
                  <a:xfrm>
                    <a:off x="7033641" y="4828031"/>
                    <a:ext cx="229171" cy="305657"/>
                  </a:xfrm>
                  <a:custGeom>
                    <a:rect b="b" l="l" r="r" t="t"/>
                    <a:pathLst>
                      <a:path extrusionOk="0" h="305657" w="229171">
                        <a:moveTo>
                          <a:pt x="18097" y="0"/>
                        </a:moveTo>
                        <a:lnTo>
                          <a:pt x="0" y="155734"/>
                        </a:lnTo>
                        <a:lnTo>
                          <a:pt x="0" y="255937"/>
                        </a:lnTo>
                        <a:lnTo>
                          <a:pt x="77533" y="305657"/>
                        </a:lnTo>
                        <a:lnTo>
                          <a:pt x="177546" y="214884"/>
                        </a:lnTo>
                        <a:lnTo>
                          <a:pt x="229171" y="0"/>
                        </a:lnTo>
                        <a:lnTo>
                          <a:pt x="18097" y="0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 cap="rnd" cmpd="sng" w="952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979" name="Google Shape;979;p42"/>
                  <p:cNvGrpSpPr/>
                  <p:nvPr/>
                </p:nvGrpSpPr>
                <p:grpSpPr>
                  <a:xfrm>
                    <a:off x="6712828" y="4983672"/>
                    <a:ext cx="509110" cy="210213"/>
                    <a:chOff x="6712828" y="4983672"/>
                    <a:chExt cx="509110" cy="210213"/>
                  </a:xfrm>
                </p:grpSpPr>
                <p:sp>
                  <p:nvSpPr>
                    <p:cNvPr id="980" name="Google Shape;980;p42"/>
                    <p:cNvSpPr/>
                    <p:nvPr/>
                  </p:nvSpPr>
                  <p:spPr>
                    <a:xfrm>
                      <a:off x="6714836" y="4983672"/>
                      <a:ext cx="507102" cy="200688"/>
                    </a:xfrm>
                    <a:custGeom>
                      <a:rect b="b" l="l" r="r" t="t"/>
                      <a:pathLst>
                        <a:path extrusionOk="0" h="200688" w="507102">
                          <a:moveTo>
                            <a:pt x="496350" y="59243"/>
                          </a:moveTo>
                          <a:cubicBezTo>
                            <a:pt x="494350" y="52385"/>
                            <a:pt x="485777" y="49908"/>
                            <a:pt x="480539" y="54766"/>
                          </a:cubicBezTo>
                          <a:cubicBezTo>
                            <a:pt x="465203" y="68958"/>
                            <a:pt x="435866" y="92009"/>
                            <a:pt x="407768" y="92009"/>
                          </a:cubicBezTo>
                          <a:cubicBezTo>
                            <a:pt x="375859" y="92009"/>
                            <a:pt x="341950" y="60195"/>
                            <a:pt x="343950" y="53718"/>
                          </a:cubicBezTo>
                          <a:cubicBezTo>
                            <a:pt x="350046" y="34573"/>
                            <a:pt x="338521" y="3045"/>
                            <a:pt x="318709" y="92"/>
                          </a:cubicBezTo>
                          <a:cubicBezTo>
                            <a:pt x="292515" y="-3813"/>
                            <a:pt x="154593" y="117155"/>
                            <a:pt x="61629" y="137348"/>
                          </a:cubicBezTo>
                          <a:lnTo>
                            <a:pt x="28673" y="148682"/>
                          </a:lnTo>
                          <a:cubicBezTo>
                            <a:pt x="11432" y="154588"/>
                            <a:pt x="-188" y="170876"/>
                            <a:pt x="2" y="189164"/>
                          </a:cubicBezTo>
                          <a:cubicBezTo>
                            <a:pt x="2" y="195641"/>
                            <a:pt x="5527" y="200689"/>
                            <a:pt x="12004" y="200689"/>
                          </a:cubicBezTo>
                          <a:lnTo>
                            <a:pt x="467680" y="200689"/>
                          </a:lnTo>
                          <a:cubicBezTo>
                            <a:pt x="483586" y="200689"/>
                            <a:pt x="497684" y="190116"/>
                            <a:pt x="501779" y="174686"/>
                          </a:cubicBezTo>
                          <a:cubicBezTo>
                            <a:pt x="507875" y="151540"/>
                            <a:pt x="511685" y="112964"/>
                            <a:pt x="496255" y="59243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 cap="rnd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981" name="Google Shape;981;p42"/>
                    <p:cNvSpPr/>
                    <p:nvPr/>
                  </p:nvSpPr>
                  <p:spPr>
                    <a:xfrm>
                      <a:off x="6712828" y="5145213"/>
                      <a:ext cx="507443" cy="48672"/>
                    </a:xfrm>
                    <a:custGeom>
                      <a:rect b="b" l="l" r="r" t="t"/>
                      <a:pathLst>
                        <a:path extrusionOk="0" h="48672" w="507443">
                          <a:moveTo>
                            <a:pt x="2201" y="27622"/>
                          </a:moveTo>
                          <a:cubicBezTo>
                            <a:pt x="2201" y="27622"/>
                            <a:pt x="-2752" y="39053"/>
                            <a:pt x="2201" y="48673"/>
                          </a:cubicBezTo>
                          <a:lnTo>
                            <a:pt x="479880" y="48673"/>
                          </a:lnTo>
                          <a:cubicBezTo>
                            <a:pt x="487976" y="48673"/>
                            <a:pt x="495596" y="44387"/>
                            <a:pt x="499502" y="37338"/>
                          </a:cubicBezTo>
                          <a:cubicBezTo>
                            <a:pt x="504359" y="28480"/>
                            <a:pt x="509313" y="15145"/>
                            <a:pt x="506741" y="0"/>
                          </a:cubicBezTo>
                          <a:cubicBezTo>
                            <a:pt x="506741" y="0"/>
                            <a:pt x="415205" y="33052"/>
                            <a:pt x="2201" y="27622"/>
                          </a:cubicBez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 cap="rnd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grpSp>
              <p:nvGrpSpPr>
                <p:cNvPr id="982" name="Google Shape;982;p42"/>
                <p:cNvGrpSpPr/>
                <p:nvPr/>
              </p:nvGrpSpPr>
              <p:grpSpPr>
                <a:xfrm>
                  <a:off x="7352252" y="4151661"/>
                  <a:ext cx="717103" cy="1042225"/>
                  <a:chOff x="7352252" y="4151661"/>
                  <a:chExt cx="717103" cy="1042225"/>
                </a:xfrm>
              </p:grpSpPr>
              <p:grpSp>
                <p:nvGrpSpPr>
                  <p:cNvPr id="983" name="Google Shape;983;p42"/>
                  <p:cNvGrpSpPr/>
                  <p:nvPr/>
                </p:nvGrpSpPr>
                <p:grpSpPr>
                  <a:xfrm>
                    <a:off x="7352252" y="4151661"/>
                    <a:ext cx="622839" cy="748379"/>
                    <a:chOff x="7352252" y="4151661"/>
                    <a:chExt cx="622839" cy="748379"/>
                  </a:xfrm>
                </p:grpSpPr>
                <p:sp>
                  <p:nvSpPr>
                    <p:cNvPr id="984" name="Google Shape;984;p42"/>
                    <p:cNvSpPr/>
                    <p:nvPr/>
                  </p:nvSpPr>
                  <p:spPr>
                    <a:xfrm>
                      <a:off x="7352252" y="4151661"/>
                      <a:ext cx="622839" cy="748379"/>
                    </a:xfrm>
                    <a:custGeom>
                      <a:rect b="b" l="l" r="r" t="t"/>
                      <a:pathLst>
                        <a:path extrusionOk="0" h="748379" w="622839">
                          <a:moveTo>
                            <a:pt x="451009" y="673322"/>
                          </a:moveTo>
                          <a:lnTo>
                            <a:pt x="77343" y="222599"/>
                          </a:lnTo>
                          <a:cubicBezTo>
                            <a:pt x="55340" y="196025"/>
                            <a:pt x="39719" y="164783"/>
                            <a:pt x="31623" y="131254"/>
                          </a:cubicBezTo>
                          <a:lnTo>
                            <a:pt x="0" y="0"/>
                          </a:lnTo>
                          <a:lnTo>
                            <a:pt x="300038" y="6287"/>
                          </a:lnTo>
                          <a:lnTo>
                            <a:pt x="309467" y="136684"/>
                          </a:lnTo>
                          <a:lnTo>
                            <a:pt x="622840" y="599504"/>
                          </a:lnTo>
                          <a:lnTo>
                            <a:pt x="608552" y="733806"/>
                          </a:lnTo>
                          <a:lnTo>
                            <a:pt x="517588" y="748379"/>
                          </a:lnTo>
                          <a:lnTo>
                            <a:pt x="450913" y="673513"/>
                          </a:lnTo>
                          <a:close/>
                        </a:path>
                      </a:pathLst>
                    </a:custGeom>
                    <a:solidFill>
                      <a:srgbClr val="C27245"/>
                    </a:solidFill>
                    <a:ln cap="flat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985" name="Google Shape;985;p42"/>
                    <p:cNvSpPr/>
                    <p:nvPr/>
                  </p:nvSpPr>
                  <p:spPr>
                    <a:xfrm>
                      <a:off x="7352252" y="4151661"/>
                      <a:ext cx="622839" cy="748379"/>
                    </a:xfrm>
                    <a:custGeom>
                      <a:rect b="b" l="l" r="r" t="t"/>
                      <a:pathLst>
                        <a:path extrusionOk="0" h="748379" w="622839">
                          <a:moveTo>
                            <a:pt x="451009" y="673322"/>
                          </a:moveTo>
                          <a:lnTo>
                            <a:pt x="77343" y="222599"/>
                          </a:lnTo>
                          <a:cubicBezTo>
                            <a:pt x="55340" y="196025"/>
                            <a:pt x="39719" y="164783"/>
                            <a:pt x="31623" y="131254"/>
                          </a:cubicBezTo>
                          <a:lnTo>
                            <a:pt x="0" y="0"/>
                          </a:lnTo>
                          <a:lnTo>
                            <a:pt x="300038" y="6287"/>
                          </a:lnTo>
                          <a:lnTo>
                            <a:pt x="309467" y="136684"/>
                          </a:lnTo>
                          <a:lnTo>
                            <a:pt x="622840" y="599504"/>
                          </a:lnTo>
                          <a:lnTo>
                            <a:pt x="608552" y="733806"/>
                          </a:lnTo>
                          <a:lnTo>
                            <a:pt x="517588" y="748379"/>
                          </a:lnTo>
                          <a:lnTo>
                            <a:pt x="450913" y="673513"/>
                          </a:lnTo>
                          <a:close/>
                        </a:path>
                      </a:pathLst>
                    </a:custGeom>
                    <a:noFill/>
                    <a:ln cap="rnd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  <p:sp>
                <p:nvSpPr>
                  <p:cNvPr id="986" name="Google Shape;986;p42"/>
                  <p:cNvSpPr/>
                  <p:nvPr/>
                </p:nvSpPr>
                <p:spPr>
                  <a:xfrm>
                    <a:off x="7707915" y="4572380"/>
                    <a:ext cx="267271" cy="327469"/>
                  </a:xfrm>
                  <a:custGeom>
                    <a:rect b="b" l="l" r="r" t="t"/>
                    <a:pathLst>
                      <a:path extrusionOk="0" h="327469" w="267271">
                        <a:moveTo>
                          <a:pt x="0" y="137636"/>
                        </a:moveTo>
                        <a:lnTo>
                          <a:pt x="95345" y="252603"/>
                        </a:lnTo>
                        <a:lnTo>
                          <a:pt x="162115" y="327470"/>
                        </a:lnTo>
                        <a:lnTo>
                          <a:pt x="252984" y="312896"/>
                        </a:lnTo>
                        <a:lnTo>
                          <a:pt x="267271" y="178689"/>
                        </a:lnTo>
                        <a:lnTo>
                          <a:pt x="145732" y="0"/>
                        </a:lnTo>
                        <a:lnTo>
                          <a:pt x="0" y="137636"/>
                        </a:lnTo>
                        <a:close/>
                      </a:path>
                    </a:pathLst>
                  </a:custGeom>
                  <a:solidFill>
                    <a:schemeClr val="lt1"/>
                  </a:solidFill>
                  <a:ln cap="rnd" cmpd="sng" w="952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grpSp>
                <p:nvGrpSpPr>
                  <p:cNvPr id="987" name="Google Shape;987;p42"/>
                  <p:cNvGrpSpPr/>
                  <p:nvPr/>
                </p:nvGrpSpPr>
                <p:grpSpPr>
                  <a:xfrm>
                    <a:off x="7680292" y="4749565"/>
                    <a:ext cx="389063" cy="444321"/>
                    <a:chOff x="7680292" y="4749565"/>
                    <a:chExt cx="389063" cy="444321"/>
                  </a:xfrm>
                </p:grpSpPr>
                <p:sp>
                  <p:nvSpPr>
                    <p:cNvPr id="988" name="Google Shape;988;p42"/>
                    <p:cNvSpPr/>
                    <p:nvPr/>
                  </p:nvSpPr>
                  <p:spPr>
                    <a:xfrm>
                      <a:off x="7680292" y="4749565"/>
                      <a:ext cx="379700" cy="432434"/>
                    </a:xfrm>
                    <a:custGeom>
                      <a:rect b="b" l="l" r="r" t="t"/>
                      <a:pathLst>
                        <a:path extrusionOk="0" h="432434" w="379700">
                          <a:moveTo>
                            <a:pt x="294895" y="1504"/>
                          </a:moveTo>
                          <a:cubicBezTo>
                            <a:pt x="288894" y="-2306"/>
                            <a:pt x="280798" y="1504"/>
                            <a:pt x="280131" y="8648"/>
                          </a:cubicBezTo>
                          <a:cubicBezTo>
                            <a:pt x="278131" y="29507"/>
                            <a:pt x="271559" y="66179"/>
                            <a:pt x="250604" y="84848"/>
                          </a:cubicBezTo>
                          <a:cubicBezTo>
                            <a:pt x="226791" y="106089"/>
                            <a:pt x="180309" y="104946"/>
                            <a:pt x="177547" y="98754"/>
                          </a:cubicBezTo>
                          <a:cubicBezTo>
                            <a:pt x="169355" y="80371"/>
                            <a:pt x="139828" y="64560"/>
                            <a:pt x="123064" y="75513"/>
                          </a:cubicBezTo>
                          <a:cubicBezTo>
                            <a:pt x="100871" y="89991"/>
                            <a:pt x="78487" y="272109"/>
                            <a:pt x="22480" y="348976"/>
                          </a:cubicBezTo>
                          <a:lnTo>
                            <a:pt x="5430" y="379361"/>
                          </a:lnTo>
                          <a:cubicBezTo>
                            <a:pt x="-3523" y="395268"/>
                            <a:pt x="-1237" y="415175"/>
                            <a:pt x="11050" y="428700"/>
                          </a:cubicBezTo>
                          <a:cubicBezTo>
                            <a:pt x="15336" y="433463"/>
                            <a:pt x="22861" y="433653"/>
                            <a:pt x="27624" y="429367"/>
                          </a:cubicBezTo>
                          <a:lnTo>
                            <a:pt x="367761" y="126186"/>
                          </a:lnTo>
                          <a:cubicBezTo>
                            <a:pt x="379668" y="115614"/>
                            <a:pt x="383192" y="98278"/>
                            <a:pt x="375953" y="84086"/>
                          </a:cubicBezTo>
                          <a:cubicBezTo>
                            <a:pt x="365094" y="62750"/>
                            <a:pt x="342234" y="31413"/>
                            <a:pt x="294990" y="1599"/>
                          </a:cubicBezTo>
                          <a:close/>
                        </a:path>
                      </a:pathLst>
                    </a:custGeom>
                    <a:solidFill>
                      <a:schemeClr val="accent4"/>
                    </a:solidFill>
                    <a:ln cap="rnd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  <p:sp>
                  <p:nvSpPr>
                    <p:cNvPr id="989" name="Google Shape;989;p42"/>
                    <p:cNvSpPr/>
                    <p:nvPr/>
                  </p:nvSpPr>
                  <p:spPr>
                    <a:xfrm>
                      <a:off x="7691151" y="4821745"/>
                      <a:ext cx="378204" cy="372141"/>
                    </a:xfrm>
                    <a:custGeom>
                      <a:rect b="b" l="l" r="r" t="t"/>
                      <a:pathLst>
                        <a:path extrusionOk="0" h="372141" w="378204">
                          <a:moveTo>
                            <a:pt x="95" y="356426"/>
                          </a:moveTo>
                          <a:cubicBezTo>
                            <a:pt x="95" y="356426"/>
                            <a:pt x="4096" y="368237"/>
                            <a:pt x="14097" y="372142"/>
                          </a:cubicBezTo>
                          <a:lnTo>
                            <a:pt x="370618" y="54293"/>
                          </a:lnTo>
                          <a:cubicBezTo>
                            <a:pt x="376619" y="48863"/>
                            <a:pt x="379476" y="40672"/>
                            <a:pt x="377666" y="32766"/>
                          </a:cubicBezTo>
                          <a:cubicBezTo>
                            <a:pt x="375380" y="22860"/>
                            <a:pt x="370141" y="9620"/>
                            <a:pt x="358235" y="0"/>
                          </a:cubicBezTo>
                          <a:cubicBezTo>
                            <a:pt x="358235" y="0"/>
                            <a:pt x="311944" y="85630"/>
                            <a:pt x="0" y="356330"/>
                          </a:cubicBezTo>
                          <a:close/>
                        </a:path>
                      </a:pathLst>
                    </a:custGeom>
                    <a:solidFill>
                      <a:schemeClr val="dk1"/>
                    </a:solidFill>
                    <a:ln cap="rnd" cmpd="sng" w="9525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>
                  </p:spPr>
                  <p:txBody>
                    <a:bodyPr anchorCtr="0" anchor="ctr" bIns="45700" lIns="91425" spcFirstLastPara="1" rIns="91425" wrap="square" tIns="45700">
                      <a:noAutofit/>
                    </a:bodyPr>
                    <a:lstStyle/>
                    <a:p>
                      <a:pPr indent="0" lvl="0" marL="0" marR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t/>
                      </a:r>
                      <a:endParaRPr sz="180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p:txBody>
                </p:sp>
              </p:grpSp>
            </p:grpSp>
            <p:grpSp>
              <p:nvGrpSpPr>
                <p:cNvPr id="990" name="Google Shape;990;p42"/>
                <p:cNvGrpSpPr/>
                <p:nvPr/>
              </p:nvGrpSpPr>
              <p:grpSpPr>
                <a:xfrm>
                  <a:off x="7113555" y="3829049"/>
                  <a:ext cx="376428" cy="378047"/>
                  <a:chOff x="7113555" y="3829049"/>
                  <a:chExt cx="376428" cy="378047"/>
                </a:xfrm>
              </p:grpSpPr>
              <p:sp>
                <p:nvSpPr>
                  <p:cNvPr id="991" name="Google Shape;991;p42"/>
                  <p:cNvSpPr/>
                  <p:nvPr/>
                </p:nvSpPr>
                <p:spPr>
                  <a:xfrm>
                    <a:off x="7113555" y="3829049"/>
                    <a:ext cx="376428" cy="378047"/>
                  </a:xfrm>
                  <a:custGeom>
                    <a:rect b="b" l="l" r="r" t="t"/>
                    <a:pathLst>
                      <a:path extrusionOk="0" h="378047" w="376428">
                        <a:moveTo>
                          <a:pt x="88106" y="0"/>
                        </a:moveTo>
                        <a:lnTo>
                          <a:pt x="0" y="378047"/>
                        </a:lnTo>
                        <a:lnTo>
                          <a:pt x="312134" y="378047"/>
                        </a:lnTo>
                        <a:lnTo>
                          <a:pt x="376428" y="47435"/>
                        </a:lnTo>
                        <a:lnTo>
                          <a:pt x="88106" y="0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92" name="Google Shape;992;p42"/>
                  <p:cNvSpPr/>
                  <p:nvPr/>
                </p:nvSpPr>
                <p:spPr>
                  <a:xfrm>
                    <a:off x="7265319" y="3982040"/>
                    <a:ext cx="105229" cy="225051"/>
                  </a:xfrm>
                  <a:custGeom>
                    <a:rect b="b" l="l" r="r" t="t"/>
                    <a:pathLst>
                      <a:path extrusionOk="0" h="320357" w="149792">
                        <a:moveTo>
                          <a:pt x="100644" y="0"/>
                        </a:moveTo>
                        <a:cubicBezTo>
                          <a:pt x="96167" y="2191"/>
                          <a:pt x="3584" y="170021"/>
                          <a:pt x="60" y="274130"/>
                        </a:cubicBezTo>
                        <a:cubicBezTo>
                          <a:pt x="-3464" y="378142"/>
                          <a:pt x="149793" y="274130"/>
                          <a:pt x="149793" y="274130"/>
                        </a:cubicBezTo>
                        <a:lnTo>
                          <a:pt x="100549" y="0"/>
                        </a:lnTo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  <p:grpSp>
              <p:nvGrpSpPr>
                <p:cNvPr id="993" name="Google Shape;993;p42"/>
                <p:cNvGrpSpPr/>
                <p:nvPr/>
              </p:nvGrpSpPr>
              <p:grpSpPr>
                <a:xfrm>
                  <a:off x="7322819" y="3816762"/>
                  <a:ext cx="364616" cy="390334"/>
                  <a:chOff x="7322819" y="3816762"/>
                  <a:chExt cx="364616" cy="390334"/>
                </a:xfrm>
              </p:grpSpPr>
              <p:sp>
                <p:nvSpPr>
                  <p:cNvPr id="994" name="Google Shape;994;p42"/>
                  <p:cNvSpPr/>
                  <p:nvPr/>
                </p:nvSpPr>
                <p:spPr>
                  <a:xfrm>
                    <a:off x="7322819" y="3829049"/>
                    <a:ext cx="364616" cy="378047"/>
                  </a:xfrm>
                  <a:custGeom>
                    <a:rect b="b" l="l" r="r" t="t"/>
                    <a:pathLst>
                      <a:path extrusionOk="0" h="378047" w="364616">
                        <a:moveTo>
                          <a:pt x="10859" y="137731"/>
                        </a:moveTo>
                        <a:lnTo>
                          <a:pt x="0" y="378047"/>
                        </a:lnTo>
                        <a:lnTo>
                          <a:pt x="364617" y="378047"/>
                        </a:lnTo>
                        <a:cubicBezTo>
                          <a:pt x="364617" y="378047"/>
                          <a:pt x="305658" y="194120"/>
                          <a:pt x="312992" y="118586"/>
                        </a:cubicBezTo>
                        <a:cubicBezTo>
                          <a:pt x="320326" y="43053"/>
                          <a:pt x="298609" y="0"/>
                          <a:pt x="298609" y="0"/>
                        </a:cubicBezTo>
                        <a:lnTo>
                          <a:pt x="20288" y="0"/>
                        </a:lnTo>
                      </a:path>
                    </a:pathLst>
                  </a:custGeom>
                  <a:solidFill>
                    <a:schemeClr val="accent2"/>
                  </a:solidFill>
                  <a:ln cap="flat" cmpd="sng" w="952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995" name="Google Shape;995;p42"/>
                  <p:cNvSpPr/>
                  <p:nvPr/>
                </p:nvSpPr>
                <p:spPr>
                  <a:xfrm>
                    <a:off x="7590977" y="3816762"/>
                    <a:ext cx="19973" cy="367474"/>
                  </a:xfrm>
                  <a:custGeom>
                    <a:rect b="b" l="l" r="r" t="t"/>
                    <a:pathLst>
                      <a:path extrusionOk="0" h="367474" w="19973">
                        <a:moveTo>
                          <a:pt x="8925" y="0"/>
                        </a:moveTo>
                        <a:cubicBezTo>
                          <a:pt x="8925" y="0"/>
                          <a:pt x="19116" y="109157"/>
                          <a:pt x="6353" y="159925"/>
                        </a:cubicBezTo>
                        <a:cubicBezTo>
                          <a:pt x="-13650" y="239744"/>
                          <a:pt x="19974" y="367475"/>
                          <a:pt x="19974" y="367475"/>
                        </a:cubicBezTo>
                      </a:path>
                    </a:pathLst>
                  </a:custGeom>
                  <a:noFill/>
                  <a:ln cap="rnd" cmpd="sng" w="9525">
                    <a:solidFill>
                      <a:schemeClr val="dk1"/>
                    </a:solidFill>
                    <a:prstDash val="solid"/>
                    <a:round/>
                    <a:headEnd len="sm" w="sm" type="none"/>
                    <a:tailEnd len="sm" w="sm" type="none"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grpSp>
            <p:nvGrpSpPr>
              <p:cNvPr id="996" name="Google Shape;996;p42"/>
              <p:cNvGrpSpPr/>
              <p:nvPr/>
            </p:nvGrpSpPr>
            <p:grpSpPr>
              <a:xfrm>
                <a:off x="7080337" y="3221354"/>
                <a:ext cx="709778" cy="658473"/>
                <a:chOff x="7080337" y="3221354"/>
                <a:chExt cx="709778" cy="658473"/>
              </a:xfrm>
            </p:grpSpPr>
            <p:sp>
              <p:nvSpPr>
                <p:cNvPr id="997" name="Google Shape;997;p42"/>
                <p:cNvSpPr/>
                <p:nvPr/>
              </p:nvSpPr>
              <p:spPr>
                <a:xfrm>
                  <a:off x="7085552" y="3221354"/>
                  <a:ext cx="704563" cy="658473"/>
                </a:xfrm>
                <a:custGeom>
                  <a:rect b="b" l="l" r="r" t="t"/>
                  <a:pathLst>
                    <a:path extrusionOk="0" h="658473" w="704563">
                      <a:moveTo>
                        <a:pt x="265938" y="0"/>
                      </a:moveTo>
                      <a:cubicBezTo>
                        <a:pt x="265938" y="0"/>
                        <a:pt x="309372" y="52197"/>
                        <a:pt x="395288" y="11335"/>
                      </a:cubicBezTo>
                      <a:cubicBezTo>
                        <a:pt x="395288" y="11335"/>
                        <a:pt x="495586" y="-16383"/>
                        <a:pt x="704564" y="187071"/>
                      </a:cubicBezTo>
                      <a:cubicBezTo>
                        <a:pt x="704564" y="187071"/>
                        <a:pt x="640556" y="305276"/>
                        <a:pt x="561403" y="328803"/>
                      </a:cubicBezTo>
                      <a:lnTo>
                        <a:pt x="511969" y="295275"/>
                      </a:lnTo>
                      <a:cubicBezTo>
                        <a:pt x="511969" y="295275"/>
                        <a:pt x="548926" y="486918"/>
                        <a:pt x="561403" y="633031"/>
                      </a:cubicBezTo>
                      <a:cubicBezTo>
                        <a:pt x="561403" y="633031"/>
                        <a:pt x="324707" y="690277"/>
                        <a:pt x="89916" y="633031"/>
                      </a:cubicBezTo>
                      <a:lnTo>
                        <a:pt x="138589" y="337661"/>
                      </a:lnTo>
                      <a:lnTo>
                        <a:pt x="82963" y="356806"/>
                      </a:lnTo>
                      <a:lnTo>
                        <a:pt x="0" y="172402"/>
                      </a:lnTo>
                      <a:cubicBezTo>
                        <a:pt x="0" y="172402"/>
                        <a:pt x="89916" y="57436"/>
                        <a:pt x="266033" y="95"/>
                      </a:cubicBezTo>
                      <a:close/>
                    </a:path>
                  </a:pathLst>
                </a:custGeom>
                <a:solidFill>
                  <a:schemeClr val="lt1"/>
                </a:solidFill>
                <a:ln cap="flat" cmpd="sng" w="9525">
                  <a:solidFill>
                    <a:schemeClr val="dk1"/>
                  </a:solidFill>
                  <a:prstDash val="solid"/>
                  <a:round/>
                  <a:headEnd len="sm" w="sm" type="none"/>
                  <a:tailEnd len="sm" w="sm" type="none"/>
                </a:ln>
              </p:spPr>
              <p:txBody>
                <a:bodyPr anchorCtr="0" anchor="ctr" bIns="45700" lIns="91425" spcFirstLastPara="1" rIns="91425" wrap="square" tIns="45700">
                  <a:noAutofit/>
                </a:bodyPr>
                <a:lstStyle/>
                <a:p>
                  <a:pPr indent="0" lvl="0" marL="0" marR="0" rtl="0" algn="l">
                    <a:spcBef>
                      <a:spcPts val="0"/>
                    </a:spcBef>
                    <a:spcAft>
                      <a:spcPts val="0"/>
                    </a:spcAft>
                    <a:buNone/>
                  </a:pPr>
                  <a:r>
                    <a:t/>
                  </a:r>
                  <a:endParaRPr sz="1800">
                    <a:solidFill>
                      <a:srgbClr val="000000"/>
                    </a:solidFill>
                    <a:latin typeface="Calibri"/>
                    <a:ea typeface="Calibri"/>
                    <a:cs typeface="Calibri"/>
                    <a:sym typeface="Calibri"/>
                  </a:endParaRPr>
                </a:p>
              </p:txBody>
            </p:sp>
            <p:grpSp>
              <p:nvGrpSpPr>
                <p:cNvPr id="998" name="Google Shape;998;p42"/>
                <p:cNvGrpSpPr/>
                <p:nvPr/>
              </p:nvGrpSpPr>
              <p:grpSpPr>
                <a:xfrm>
                  <a:off x="7080337" y="3363602"/>
                  <a:ext cx="709586" cy="258901"/>
                  <a:chOff x="7080337" y="3363602"/>
                  <a:chExt cx="709586" cy="258901"/>
                </a:xfrm>
              </p:grpSpPr>
              <p:sp>
                <p:nvSpPr>
                  <p:cNvPr id="999" name="Google Shape;999;p42"/>
                  <p:cNvSpPr/>
                  <p:nvPr/>
                </p:nvSpPr>
                <p:spPr>
                  <a:xfrm>
                    <a:off x="7080337" y="3363602"/>
                    <a:ext cx="115171" cy="225394"/>
                  </a:xfrm>
                  <a:custGeom>
                    <a:rect b="b" l="l" r="r" t="t"/>
                    <a:pathLst>
                      <a:path extrusionOk="0" h="254682" w="121552">
                        <a:moveTo>
                          <a:pt x="1379" y="21833"/>
                        </a:moveTo>
                        <a:cubicBezTo>
                          <a:pt x="33859" y="95271"/>
                          <a:pt x="71197" y="167089"/>
                          <a:pt x="93390" y="244623"/>
                        </a:cubicBezTo>
                        <a:cubicBezTo>
                          <a:pt x="98438" y="262244"/>
                          <a:pt x="126061" y="254814"/>
                          <a:pt x="120917" y="237003"/>
                        </a:cubicBezTo>
                        <a:cubicBezTo>
                          <a:pt x="98057" y="157088"/>
                          <a:pt x="59576" y="83079"/>
                          <a:pt x="26048" y="7450"/>
                        </a:cubicBezTo>
                        <a:cubicBezTo>
                          <a:pt x="18619" y="-9314"/>
                          <a:pt x="-6051" y="5164"/>
                          <a:pt x="1379" y="21833"/>
                        </a:cubicBezTo>
                        <a:lnTo>
                          <a:pt x="1379" y="21833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00" name="Google Shape;1000;p42"/>
                  <p:cNvSpPr/>
                  <p:nvPr/>
                </p:nvSpPr>
                <p:spPr>
                  <a:xfrm>
                    <a:off x="7552067" y="3472151"/>
                    <a:ext cx="73278" cy="150352"/>
                  </a:xfrm>
                  <a:custGeom>
                    <a:rect b="b" l="l" r="r" t="t"/>
                    <a:pathLst>
                      <a:path extrusionOk="0" h="171831" w="83746">
                        <a:moveTo>
                          <a:pt x="2879" y="0"/>
                        </a:moveTo>
                        <a:cubicBezTo>
                          <a:pt x="2879" y="0"/>
                          <a:pt x="-23029" y="135255"/>
                          <a:pt x="80603" y="171831"/>
                        </a:cubicBezTo>
                        <a:lnTo>
                          <a:pt x="83746" y="70199"/>
                        </a:lnTo>
                        <a:lnTo>
                          <a:pt x="44503" y="42767"/>
                        </a:lnTo>
                        <a:lnTo>
                          <a:pt x="2879" y="0"/>
                        </a:lnTo>
                      </a:path>
                    </a:pathLst>
                  </a:custGeom>
                  <a:solidFill>
                    <a:schemeClr val="dk1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  <p:sp>
                <p:nvSpPr>
                  <p:cNvPr id="1001" name="Google Shape;1001;p42"/>
                  <p:cNvSpPr/>
                  <p:nvPr/>
                </p:nvSpPr>
                <p:spPr>
                  <a:xfrm>
                    <a:off x="7610574" y="3390992"/>
                    <a:ext cx="179349" cy="172659"/>
                  </a:xfrm>
                  <a:custGeom>
                    <a:rect b="b" l="l" r="r" t="t"/>
                    <a:pathLst>
                      <a:path extrusionOk="0" h="198459" w="212247">
                        <a:moveTo>
                          <a:pt x="21710" y="196918"/>
                        </a:moveTo>
                        <a:cubicBezTo>
                          <a:pt x="61810" y="177868"/>
                          <a:pt x="99910" y="155293"/>
                          <a:pt x="131342" y="123575"/>
                        </a:cubicBezTo>
                        <a:cubicBezTo>
                          <a:pt x="162775" y="91857"/>
                          <a:pt x="185921" y="56709"/>
                          <a:pt x="209829" y="20895"/>
                        </a:cubicBezTo>
                        <a:cubicBezTo>
                          <a:pt x="220020" y="5560"/>
                          <a:pt x="195350" y="-8727"/>
                          <a:pt x="185159" y="6513"/>
                        </a:cubicBezTo>
                        <a:cubicBezTo>
                          <a:pt x="162584" y="40326"/>
                          <a:pt x="139915" y="74331"/>
                          <a:pt x="111150" y="103382"/>
                        </a:cubicBezTo>
                        <a:cubicBezTo>
                          <a:pt x="82384" y="132433"/>
                          <a:pt x="45237" y="154245"/>
                          <a:pt x="7327" y="172248"/>
                        </a:cubicBezTo>
                        <a:cubicBezTo>
                          <a:pt x="-9246" y="180153"/>
                          <a:pt x="5232" y="204823"/>
                          <a:pt x="21710" y="196918"/>
                        </a:cubicBezTo>
                        <a:lnTo>
                          <a:pt x="21710" y="196918"/>
                        </a:lnTo>
                        <a:close/>
                      </a:path>
                    </a:pathLst>
                  </a:custGeom>
                  <a:solidFill>
                    <a:schemeClr val="accent2"/>
                  </a:solidFill>
                  <a:ln>
                    <a:noFill/>
                  </a:ln>
                </p:spPr>
                <p:txBody>
                  <a:bodyPr anchorCtr="0" anchor="ctr" bIns="45700" lIns="91425" spcFirstLastPara="1" rIns="91425" wrap="square" tIns="45700">
                    <a:noAutofit/>
                  </a:bodyPr>
                  <a:lstStyle/>
                  <a:p>
                    <a:pPr indent="0" lvl="0" marL="0" marR="0" rtl="0" algn="l">
                      <a:spcBef>
                        <a:spcPts val="0"/>
                      </a:spcBef>
                      <a:spcAft>
                        <a:spcPts val="0"/>
                      </a:spcAft>
                      <a:buNone/>
                    </a:pPr>
                    <a:r>
                      <a:t/>
                    </a:r>
                    <a:endParaRPr sz="1800">
                      <a:solidFill>
                        <a:srgbClr val="000000"/>
                      </a:solidFill>
                      <a:latin typeface="Calibri"/>
                      <a:ea typeface="Calibri"/>
                      <a:cs typeface="Calibri"/>
                      <a:sym typeface="Calibri"/>
                    </a:endParaRPr>
                  </a:p>
                </p:txBody>
              </p:sp>
            </p:grpSp>
          </p:grpSp>
          <p:sp>
            <p:nvSpPr>
              <p:cNvPr id="1002" name="Google Shape;1002;p42"/>
              <p:cNvSpPr/>
              <p:nvPr/>
            </p:nvSpPr>
            <p:spPr>
              <a:xfrm>
                <a:off x="7557325" y="3467194"/>
                <a:ext cx="40100" cy="49339"/>
              </a:xfrm>
              <a:custGeom>
                <a:rect b="b" l="l" r="r" t="t"/>
                <a:pathLst>
                  <a:path extrusionOk="0" h="49339" w="40100">
                    <a:moveTo>
                      <a:pt x="0" y="0"/>
                    </a:moveTo>
                    <a:lnTo>
                      <a:pt x="40100" y="49340"/>
                    </a:lnTo>
                  </a:path>
                </a:pathLst>
              </a:custGeom>
              <a:noFill/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  <p:sp>
            <p:nvSpPr>
              <p:cNvPr id="1003" name="Google Shape;1003;p42"/>
              <p:cNvSpPr/>
              <p:nvPr/>
            </p:nvSpPr>
            <p:spPr>
              <a:xfrm>
                <a:off x="7224045" y="3451573"/>
                <a:ext cx="17716" cy="107346"/>
              </a:xfrm>
              <a:custGeom>
                <a:rect b="b" l="l" r="r" t="t"/>
                <a:pathLst>
                  <a:path extrusionOk="0" h="107346" w="17716">
                    <a:moveTo>
                      <a:pt x="17717" y="0"/>
                    </a:moveTo>
                    <a:lnTo>
                      <a:pt x="0" y="107347"/>
                    </a:lnTo>
                  </a:path>
                </a:pathLst>
              </a:custGeom>
              <a:noFill/>
              <a:ln cap="rnd" cmpd="sng" w="9525">
                <a:solidFill>
                  <a:schemeClr val="dk1"/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45700" lIns="91425" spcFirstLastPara="1" rIns="91425" wrap="square" tIns="45700">
                <a:noAutofit/>
              </a:bodyPr>
              <a:lstStyle/>
              <a:p>
                <a:pPr indent="0" lvl="0" marL="0" marR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sz="1800">
                  <a:solidFill>
                    <a:srgbClr val="000000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sp>
          <p:nvSpPr>
            <p:cNvPr id="1004" name="Google Shape;1004;p42"/>
            <p:cNvSpPr/>
            <p:nvPr/>
          </p:nvSpPr>
          <p:spPr>
            <a:xfrm flipH="1" rot="-2530501">
              <a:off x="6243150" y="2638375"/>
              <a:ext cx="32150" cy="50025"/>
            </a:xfrm>
            <a:custGeom>
              <a:rect b="b" l="l" r="r" t="t"/>
              <a:pathLst>
                <a:path extrusionOk="0" h="2001" w="1286">
                  <a:moveTo>
                    <a:pt x="0" y="786"/>
                  </a:moveTo>
                  <a:lnTo>
                    <a:pt x="1286" y="0"/>
                  </a:lnTo>
                  <a:lnTo>
                    <a:pt x="786" y="2001"/>
                  </a:lnTo>
                  <a:close/>
                </a:path>
              </a:pathLst>
            </a:custGeom>
            <a:solidFill>
              <a:schemeClr val="dk1"/>
            </a:solidFill>
            <a:ln>
              <a:noFill/>
            </a:ln>
          </p:spPr>
        </p:sp>
      </p:grpSp>
      <p:sp>
        <p:nvSpPr>
          <p:cNvPr id="1005" name="Google Shape;1005;p42"/>
          <p:cNvSpPr/>
          <p:nvPr/>
        </p:nvSpPr>
        <p:spPr>
          <a:xfrm>
            <a:off x="621250" y="3416875"/>
            <a:ext cx="3701400" cy="9153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Nunito"/>
              <a:ea typeface="Nunito"/>
              <a:cs typeface="Nunito"/>
              <a:sym typeface="Nuni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Physical Fitness and Exercise - Health - 8th Grade by Slidesgo">
  <a:themeElements>
    <a:clrScheme name="Simple Light">
      <a:dk1>
        <a:srgbClr val="231F20"/>
      </a:dk1>
      <a:lt1>
        <a:srgbClr val="FFFAE6"/>
      </a:lt1>
      <a:dk2>
        <a:srgbClr val="FFFFFF"/>
      </a:dk2>
      <a:lt2>
        <a:srgbClr val="FFBC00"/>
      </a:lt2>
      <a:accent1>
        <a:srgbClr val="FF9D00"/>
      </a:accent1>
      <a:accent2>
        <a:srgbClr val="FF7300"/>
      </a:accent2>
      <a:accent3>
        <a:srgbClr val="FF887C"/>
      </a:accent3>
      <a:accent4>
        <a:srgbClr val="FF5043"/>
      </a:accent4>
      <a:accent5>
        <a:srgbClr val="9B64E2"/>
      </a:accent5>
      <a:accent6>
        <a:srgbClr val="FFFFFF"/>
      </a:accent6>
      <a:hlink>
        <a:srgbClr val="231F2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